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905" r:id="rId1"/>
  </p:sldMasterIdLst>
  <p:notesMasterIdLst>
    <p:notesMasterId r:id="rId13"/>
  </p:notesMasterIdLst>
  <p:sldIdLst>
    <p:sldId id="256" r:id="rId2"/>
    <p:sldId id="258" r:id="rId3"/>
    <p:sldId id="259" r:id="rId4"/>
    <p:sldId id="269" r:id="rId5"/>
    <p:sldId id="267" r:id="rId6"/>
    <p:sldId id="261" r:id="rId7"/>
    <p:sldId id="262" r:id="rId8"/>
    <p:sldId id="268" r:id="rId9"/>
    <p:sldId id="264" r:id="rId10"/>
    <p:sldId id="265" r:id="rId11"/>
    <p:sldId id="266" r:id="rId12"/>
  </p:sldIdLst>
  <p:sldSz cx="12193588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CEF722-6901-4754-B6BD-C12F71DA243F}">
          <p14:sldIdLst>
            <p14:sldId id="256"/>
            <p14:sldId id="258"/>
            <p14:sldId id="259"/>
            <p14:sldId id="269"/>
            <p14:sldId id="267"/>
            <p14:sldId id="261"/>
            <p14:sldId id="262"/>
            <p14:sldId id="268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00"/>
    <a:srgbClr val="FF5050"/>
    <a:srgbClr val="4C216D"/>
    <a:srgbClr val="EE6B42"/>
    <a:srgbClr val="3A4A6A"/>
    <a:srgbClr val="A5A5A5"/>
    <a:srgbClr val="7030A0"/>
    <a:srgbClr val="ED7D31"/>
    <a:srgbClr val="4472C4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60"/>
  </p:normalViewPr>
  <p:slideViewPr>
    <p:cSldViewPr>
      <p:cViewPr varScale="1">
        <p:scale>
          <a:sx n="82" d="100"/>
          <a:sy n="82" d="100"/>
        </p:scale>
        <p:origin x="614" y="7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29BE65-877E-44DF-956D-2950DB3B29B2}" type="doc">
      <dgm:prSet loTypeId="urn:microsoft.com/office/officeart/2008/layout/LinedList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01D36E80-DCB6-430D-89B5-EFFA7C5B1D97}">
      <dgm:prSet custT="1"/>
      <dgm:spPr/>
      <dgm:t>
        <a:bodyPr/>
        <a:lstStyle/>
        <a:p>
          <a:pPr algn="l"/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Automate Resume Screening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: Reduce manual effort in filtering candidates by automating the process using AI.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63EA92-DF2A-4368-8377-14F6FBA6234C}" type="parTrans" cxnId="{F65B130C-A487-4FF2-B60B-89A15F503F49}">
      <dgm:prSet/>
      <dgm:spPr/>
      <dgm:t>
        <a:bodyPr/>
        <a:lstStyle/>
        <a:p>
          <a:endParaRPr lang="en-US"/>
        </a:p>
      </dgm:t>
    </dgm:pt>
    <dgm:pt modelId="{2300B8BA-A1D1-4F0B-A6C5-01422B55470F}" type="sibTrans" cxnId="{F65B130C-A487-4FF2-B60B-89A15F503F49}">
      <dgm:prSet/>
      <dgm:spPr/>
      <dgm:t>
        <a:bodyPr/>
        <a:lstStyle/>
        <a:p>
          <a:endParaRPr lang="en-US"/>
        </a:p>
      </dgm:t>
    </dgm:pt>
    <dgm:pt modelId="{9A00186B-A0B1-46A2-B86C-5CD963691273}">
      <dgm:prSet custT="1"/>
      <dgm:spPr/>
      <dgm:t>
        <a:bodyPr/>
        <a:lstStyle/>
        <a:p>
          <a:pPr algn="l"/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Enhance Efficiency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: Speed up the resume screening process, allowing HR teams to focus on higher-value tasks.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CAA879-4C39-455D-B381-ABDADD6D1F21}" type="parTrans" cxnId="{3B82C801-6BFC-4D94-9E52-80A1E94BCC1D}">
      <dgm:prSet/>
      <dgm:spPr/>
      <dgm:t>
        <a:bodyPr/>
        <a:lstStyle/>
        <a:p>
          <a:endParaRPr lang="en-US"/>
        </a:p>
      </dgm:t>
    </dgm:pt>
    <dgm:pt modelId="{1069AAD2-EF69-46F4-81A7-3130C0E69729}" type="sibTrans" cxnId="{3B82C801-6BFC-4D94-9E52-80A1E94BCC1D}">
      <dgm:prSet/>
      <dgm:spPr/>
      <dgm:t>
        <a:bodyPr/>
        <a:lstStyle/>
        <a:p>
          <a:endParaRPr lang="en-US"/>
        </a:p>
      </dgm:t>
    </dgm:pt>
    <dgm:pt modelId="{FC1C9269-60A1-4BA1-8DD0-9404FF8C67E0}">
      <dgm:prSet custT="1"/>
      <dgm:spPr/>
      <dgm:t>
        <a:bodyPr/>
        <a:lstStyle/>
        <a:p>
          <a:pPr algn="l"/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IN" sz="2000" b="1">
              <a:latin typeface="Times New Roman" panose="02020603050405020304" pitchFamily="18" charset="0"/>
              <a:cs typeface="Times New Roman" panose="02020603050405020304" pitchFamily="18" charset="0"/>
            </a:rPr>
            <a:t>Improve Accuracy</a:t>
          </a:r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: Use data-driven algorithms to make more accurate decisions about candidate qualifications.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CBB1072-7E30-4AD7-858D-803CB5C7A67A}" type="parTrans" cxnId="{C24DF50B-F2F8-4060-A7A9-807B439C17E4}">
      <dgm:prSet/>
      <dgm:spPr/>
      <dgm:t>
        <a:bodyPr/>
        <a:lstStyle/>
        <a:p>
          <a:endParaRPr lang="en-US"/>
        </a:p>
      </dgm:t>
    </dgm:pt>
    <dgm:pt modelId="{EA1C89A3-5957-4BD7-A6E6-4FE1A0A42E04}" type="sibTrans" cxnId="{C24DF50B-F2F8-4060-A7A9-807B439C17E4}">
      <dgm:prSet/>
      <dgm:spPr/>
      <dgm:t>
        <a:bodyPr/>
        <a:lstStyle/>
        <a:p>
          <a:endParaRPr lang="en-US"/>
        </a:p>
      </dgm:t>
    </dgm:pt>
    <dgm:pt modelId="{BAE7F559-A81E-4B48-8E7F-B8B01B34F966}">
      <dgm:prSet custT="1"/>
      <dgm:spPr/>
      <dgm:t>
        <a:bodyPr/>
        <a:lstStyle/>
        <a:p>
          <a:pPr algn="l"/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IN" sz="2000" b="1">
              <a:latin typeface="Times New Roman" panose="02020603050405020304" pitchFamily="18" charset="0"/>
              <a:cs typeface="Times New Roman" panose="02020603050405020304" pitchFamily="18" charset="0"/>
            </a:rPr>
            <a:t>Cost Reduction</a:t>
          </a:r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: Decrease the operational costs associated with hiring, especially in large-scale recruitment drives.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F849DC-3CF9-4545-85CE-34BF74C43AA4}" type="parTrans" cxnId="{4905416C-E543-42C4-8867-5CC45E97BFFD}">
      <dgm:prSet/>
      <dgm:spPr/>
      <dgm:t>
        <a:bodyPr/>
        <a:lstStyle/>
        <a:p>
          <a:endParaRPr lang="en-US"/>
        </a:p>
      </dgm:t>
    </dgm:pt>
    <dgm:pt modelId="{DA3AB859-7EC4-40E9-B1F8-1DC37E2D4B22}" type="sibTrans" cxnId="{4905416C-E543-42C4-8867-5CC45E97BFFD}">
      <dgm:prSet/>
      <dgm:spPr/>
      <dgm:t>
        <a:bodyPr/>
        <a:lstStyle/>
        <a:p>
          <a:endParaRPr lang="en-US"/>
        </a:p>
      </dgm:t>
    </dgm:pt>
    <dgm:pt modelId="{6BA30523-55CB-4EF9-806E-FAF99B02F483}">
      <dgm:prSet custT="1"/>
      <dgm:spPr/>
      <dgm:t>
        <a:bodyPr/>
        <a:lstStyle/>
        <a:p>
          <a:pPr algn="l"/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en-IN" sz="2000" b="1">
              <a:latin typeface="Times New Roman" panose="02020603050405020304" pitchFamily="18" charset="0"/>
              <a:cs typeface="Times New Roman" panose="02020603050405020304" pitchFamily="18" charset="0"/>
            </a:rPr>
            <a:t>Enhanced Candidate Experience</a:t>
          </a:r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: Provide faster feedback to applicants by streamlining the screening process.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93800B-C537-4A49-8FAF-0B489FA01662}" type="parTrans" cxnId="{1831D4D0-FF28-433C-BB0D-1613D94BD83E}">
      <dgm:prSet/>
      <dgm:spPr/>
      <dgm:t>
        <a:bodyPr/>
        <a:lstStyle/>
        <a:p>
          <a:endParaRPr lang="en-US"/>
        </a:p>
      </dgm:t>
    </dgm:pt>
    <dgm:pt modelId="{8CC21A20-D7D4-45A1-B941-B71AF46B1834}" type="sibTrans" cxnId="{1831D4D0-FF28-433C-BB0D-1613D94BD83E}">
      <dgm:prSet/>
      <dgm:spPr/>
      <dgm:t>
        <a:bodyPr/>
        <a:lstStyle/>
        <a:p>
          <a:endParaRPr lang="en-US"/>
        </a:p>
      </dgm:t>
    </dgm:pt>
    <dgm:pt modelId="{722588C6-9E55-4801-AF08-3F39826BDDE6}">
      <dgm:prSet custT="1"/>
      <dgm:spPr/>
      <dgm:t>
        <a:bodyPr/>
        <a:lstStyle/>
        <a:p>
          <a:pPr algn="l"/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6.</a:t>
          </a:r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 Data Utilization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: Leverage past hiring data to improve the model's accuracy over time.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F1C660-D4DE-4634-A281-5A828837ACD1}" type="parTrans" cxnId="{FF6B1BE0-D3B8-4A28-BC7D-FDA82EF800D7}">
      <dgm:prSet/>
      <dgm:spPr/>
      <dgm:t>
        <a:bodyPr/>
        <a:lstStyle/>
        <a:p>
          <a:endParaRPr lang="en-US"/>
        </a:p>
      </dgm:t>
    </dgm:pt>
    <dgm:pt modelId="{748BAA66-912D-434E-AF07-AC3DE3E31C80}" type="sibTrans" cxnId="{FF6B1BE0-D3B8-4A28-BC7D-FDA82EF800D7}">
      <dgm:prSet/>
      <dgm:spPr/>
      <dgm:t>
        <a:bodyPr/>
        <a:lstStyle/>
        <a:p>
          <a:endParaRPr lang="en-US"/>
        </a:p>
      </dgm:t>
    </dgm:pt>
    <dgm:pt modelId="{9D4CB418-4B9E-463A-B4B7-7F9EFC9B1F2D}" type="pres">
      <dgm:prSet presAssocID="{8529BE65-877E-44DF-956D-2950DB3B29B2}" presName="vert0" presStyleCnt="0">
        <dgm:presLayoutVars>
          <dgm:dir/>
          <dgm:animOne val="branch"/>
          <dgm:animLvl val="lvl"/>
        </dgm:presLayoutVars>
      </dgm:prSet>
      <dgm:spPr/>
    </dgm:pt>
    <dgm:pt modelId="{B6682D7E-9205-4385-A6E1-C01FE6C7920E}" type="pres">
      <dgm:prSet presAssocID="{01D36E80-DCB6-430D-89B5-EFFA7C5B1D97}" presName="thickLine" presStyleLbl="alignNode1" presStyleIdx="0" presStyleCnt="6"/>
      <dgm:spPr/>
    </dgm:pt>
    <dgm:pt modelId="{0C39B768-920A-4134-A48A-6244D77C80CE}" type="pres">
      <dgm:prSet presAssocID="{01D36E80-DCB6-430D-89B5-EFFA7C5B1D97}" presName="horz1" presStyleCnt="0"/>
      <dgm:spPr/>
    </dgm:pt>
    <dgm:pt modelId="{BDB44D84-53C3-4757-85C5-F27968B25538}" type="pres">
      <dgm:prSet presAssocID="{01D36E80-DCB6-430D-89B5-EFFA7C5B1D97}" presName="tx1" presStyleLbl="revTx" presStyleIdx="0" presStyleCnt="6"/>
      <dgm:spPr/>
    </dgm:pt>
    <dgm:pt modelId="{FC52D7EA-5715-437C-9502-9B41A35DB9F2}" type="pres">
      <dgm:prSet presAssocID="{01D36E80-DCB6-430D-89B5-EFFA7C5B1D97}" presName="vert1" presStyleCnt="0"/>
      <dgm:spPr/>
    </dgm:pt>
    <dgm:pt modelId="{E9A8A978-1E66-4300-8B2E-9FA742950102}" type="pres">
      <dgm:prSet presAssocID="{9A00186B-A0B1-46A2-B86C-5CD963691273}" presName="thickLine" presStyleLbl="alignNode1" presStyleIdx="1" presStyleCnt="6"/>
      <dgm:spPr/>
    </dgm:pt>
    <dgm:pt modelId="{D5B6F419-C08C-4AB8-A0C5-CEE15F575046}" type="pres">
      <dgm:prSet presAssocID="{9A00186B-A0B1-46A2-B86C-5CD963691273}" presName="horz1" presStyleCnt="0"/>
      <dgm:spPr/>
    </dgm:pt>
    <dgm:pt modelId="{DF831C1B-5918-4648-9926-DE2402805533}" type="pres">
      <dgm:prSet presAssocID="{9A00186B-A0B1-46A2-B86C-5CD963691273}" presName="tx1" presStyleLbl="revTx" presStyleIdx="1" presStyleCnt="6"/>
      <dgm:spPr/>
    </dgm:pt>
    <dgm:pt modelId="{0B9FC4CD-EDF1-4BA8-8FFC-BB3C949B057D}" type="pres">
      <dgm:prSet presAssocID="{9A00186B-A0B1-46A2-B86C-5CD963691273}" presName="vert1" presStyleCnt="0"/>
      <dgm:spPr/>
    </dgm:pt>
    <dgm:pt modelId="{34F0395B-1124-4606-96A0-444EB198964C}" type="pres">
      <dgm:prSet presAssocID="{FC1C9269-60A1-4BA1-8DD0-9404FF8C67E0}" presName="thickLine" presStyleLbl="alignNode1" presStyleIdx="2" presStyleCnt="6"/>
      <dgm:spPr/>
    </dgm:pt>
    <dgm:pt modelId="{74C02B86-1145-43B1-92F9-9C238CFA70A9}" type="pres">
      <dgm:prSet presAssocID="{FC1C9269-60A1-4BA1-8DD0-9404FF8C67E0}" presName="horz1" presStyleCnt="0"/>
      <dgm:spPr/>
    </dgm:pt>
    <dgm:pt modelId="{9F686D8E-AC17-46F6-9780-DDEBBF59817B}" type="pres">
      <dgm:prSet presAssocID="{FC1C9269-60A1-4BA1-8DD0-9404FF8C67E0}" presName="tx1" presStyleLbl="revTx" presStyleIdx="2" presStyleCnt="6"/>
      <dgm:spPr/>
    </dgm:pt>
    <dgm:pt modelId="{66121791-9263-4E53-903F-610BD8880117}" type="pres">
      <dgm:prSet presAssocID="{FC1C9269-60A1-4BA1-8DD0-9404FF8C67E0}" presName="vert1" presStyleCnt="0"/>
      <dgm:spPr/>
    </dgm:pt>
    <dgm:pt modelId="{124E779C-4AEC-457B-9D97-16AE33BFEE9D}" type="pres">
      <dgm:prSet presAssocID="{BAE7F559-A81E-4B48-8E7F-B8B01B34F966}" presName="thickLine" presStyleLbl="alignNode1" presStyleIdx="3" presStyleCnt="6"/>
      <dgm:spPr/>
    </dgm:pt>
    <dgm:pt modelId="{189471C8-CF5B-4597-BE1C-2C5D9EE43C93}" type="pres">
      <dgm:prSet presAssocID="{BAE7F559-A81E-4B48-8E7F-B8B01B34F966}" presName="horz1" presStyleCnt="0"/>
      <dgm:spPr/>
    </dgm:pt>
    <dgm:pt modelId="{26C2AF52-235E-426D-B974-D5EE71D96501}" type="pres">
      <dgm:prSet presAssocID="{BAE7F559-A81E-4B48-8E7F-B8B01B34F966}" presName="tx1" presStyleLbl="revTx" presStyleIdx="3" presStyleCnt="6"/>
      <dgm:spPr/>
    </dgm:pt>
    <dgm:pt modelId="{5D15E76D-CD5F-4BAA-BA49-E4E006AED2C5}" type="pres">
      <dgm:prSet presAssocID="{BAE7F559-A81E-4B48-8E7F-B8B01B34F966}" presName="vert1" presStyleCnt="0"/>
      <dgm:spPr/>
    </dgm:pt>
    <dgm:pt modelId="{4036DF7F-4464-4990-A341-740DD405CD17}" type="pres">
      <dgm:prSet presAssocID="{6BA30523-55CB-4EF9-806E-FAF99B02F483}" presName="thickLine" presStyleLbl="alignNode1" presStyleIdx="4" presStyleCnt="6"/>
      <dgm:spPr/>
    </dgm:pt>
    <dgm:pt modelId="{1B4CE182-5762-4871-BAC7-1A43453F0F5E}" type="pres">
      <dgm:prSet presAssocID="{6BA30523-55CB-4EF9-806E-FAF99B02F483}" presName="horz1" presStyleCnt="0"/>
      <dgm:spPr/>
    </dgm:pt>
    <dgm:pt modelId="{DD1278D2-1D9F-4F33-8AEB-E8E896FFE73B}" type="pres">
      <dgm:prSet presAssocID="{6BA30523-55CB-4EF9-806E-FAF99B02F483}" presName="tx1" presStyleLbl="revTx" presStyleIdx="4" presStyleCnt="6"/>
      <dgm:spPr/>
    </dgm:pt>
    <dgm:pt modelId="{8DF7EAEA-B024-4A8B-95B8-96D614B0473A}" type="pres">
      <dgm:prSet presAssocID="{6BA30523-55CB-4EF9-806E-FAF99B02F483}" presName="vert1" presStyleCnt="0"/>
      <dgm:spPr/>
    </dgm:pt>
    <dgm:pt modelId="{A0499B02-A6B8-421D-B315-4401256B0F25}" type="pres">
      <dgm:prSet presAssocID="{722588C6-9E55-4801-AF08-3F39826BDDE6}" presName="thickLine" presStyleLbl="alignNode1" presStyleIdx="5" presStyleCnt="6"/>
      <dgm:spPr/>
    </dgm:pt>
    <dgm:pt modelId="{62118C6B-E61A-410C-8826-21EBB4F00CE1}" type="pres">
      <dgm:prSet presAssocID="{722588C6-9E55-4801-AF08-3F39826BDDE6}" presName="horz1" presStyleCnt="0"/>
      <dgm:spPr/>
    </dgm:pt>
    <dgm:pt modelId="{0CDFCC81-849C-46A0-BFB6-4EDA1A0B1D4D}" type="pres">
      <dgm:prSet presAssocID="{722588C6-9E55-4801-AF08-3F39826BDDE6}" presName="tx1" presStyleLbl="revTx" presStyleIdx="5" presStyleCnt="6"/>
      <dgm:spPr/>
    </dgm:pt>
    <dgm:pt modelId="{ADB80325-1BE4-4BD0-AB99-06854812E020}" type="pres">
      <dgm:prSet presAssocID="{722588C6-9E55-4801-AF08-3F39826BDDE6}" presName="vert1" presStyleCnt="0"/>
      <dgm:spPr/>
    </dgm:pt>
  </dgm:ptLst>
  <dgm:cxnLst>
    <dgm:cxn modelId="{3B82C801-6BFC-4D94-9E52-80A1E94BCC1D}" srcId="{8529BE65-877E-44DF-956D-2950DB3B29B2}" destId="{9A00186B-A0B1-46A2-B86C-5CD963691273}" srcOrd="1" destOrd="0" parTransId="{5DCAA879-4C39-455D-B381-ABDADD6D1F21}" sibTransId="{1069AAD2-EF69-46F4-81A7-3130C0E69729}"/>
    <dgm:cxn modelId="{C24DF50B-F2F8-4060-A7A9-807B439C17E4}" srcId="{8529BE65-877E-44DF-956D-2950DB3B29B2}" destId="{FC1C9269-60A1-4BA1-8DD0-9404FF8C67E0}" srcOrd="2" destOrd="0" parTransId="{0CBB1072-7E30-4AD7-858D-803CB5C7A67A}" sibTransId="{EA1C89A3-5957-4BD7-A6E6-4FE1A0A42E04}"/>
    <dgm:cxn modelId="{F65B130C-A487-4FF2-B60B-89A15F503F49}" srcId="{8529BE65-877E-44DF-956D-2950DB3B29B2}" destId="{01D36E80-DCB6-430D-89B5-EFFA7C5B1D97}" srcOrd="0" destOrd="0" parTransId="{D963EA92-DF2A-4368-8377-14F6FBA6234C}" sibTransId="{2300B8BA-A1D1-4F0B-A6C5-01422B55470F}"/>
    <dgm:cxn modelId="{D5B55418-923C-4CD1-A943-C24C46A37C65}" type="presOf" srcId="{FC1C9269-60A1-4BA1-8DD0-9404FF8C67E0}" destId="{9F686D8E-AC17-46F6-9780-DDEBBF59817B}" srcOrd="0" destOrd="0" presId="urn:microsoft.com/office/officeart/2008/layout/LinedList"/>
    <dgm:cxn modelId="{20290F1C-D1EC-4776-A4C8-7AED458D9E04}" type="presOf" srcId="{722588C6-9E55-4801-AF08-3F39826BDDE6}" destId="{0CDFCC81-849C-46A0-BFB6-4EDA1A0B1D4D}" srcOrd="0" destOrd="0" presId="urn:microsoft.com/office/officeart/2008/layout/LinedList"/>
    <dgm:cxn modelId="{C9D6011F-70AF-4ED7-B7D6-A0B4B0D9BD04}" type="presOf" srcId="{6BA30523-55CB-4EF9-806E-FAF99B02F483}" destId="{DD1278D2-1D9F-4F33-8AEB-E8E896FFE73B}" srcOrd="0" destOrd="0" presId="urn:microsoft.com/office/officeart/2008/layout/LinedList"/>
    <dgm:cxn modelId="{9507EC40-9221-49AF-8CCA-EC1F7B800F23}" type="presOf" srcId="{BAE7F559-A81E-4B48-8E7F-B8B01B34F966}" destId="{26C2AF52-235E-426D-B974-D5EE71D96501}" srcOrd="0" destOrd="0" presId="urn:microsoft.com/office/officeart/2008/layout/LinedList"/>
    <dgm:cxn modelId="{8761C445-7EE6-4C90-953B-C7177E3B1138}" type="presOf" srcId="{9A00186B-A0B1-46A2-B86C-5CD963691273}" destId="{DF831C1B-5918-4648-9926-DE2402805533}" srcOrd="0" destOrd="0" presId="urn:microsoft.com/office/officeart/2008/layout/LinedList"/>
    <dgm:cxn modelId="{4905416C-E543-42C4-8867-5CC45E97BFFD}" srcId="{8529BE65-877E-44DF-956D-2950DB3B29B2}" destId="{BAE7F559-A81E-4B48-8E7F-B8B01B34F966}" srcOrd="3" destOrd="0" parTransId="{B8F849DC-3CF9-4545-85CE-34BF74C43AA4}" sibTransId="{DA3AB859-7EC4-40E9-B1F8-1DC37E2D4B22}"/>
    <dgm:cxn modelId="{1831D4D0-FF28-433C-BB0D-1613D94BD83E}" srcId="{8529BE65-877E-44DF-956D-2950DB3B29B2}" destId="{6BA30523-55CB-4EF9-806E-FAF99B02F483}" srcOrd="4" destOrd="0" parTransId="{E093800B-C537-4A49-8FAF-0B489FA01662}" sibTransId="{8CC21A20-D7D4-45A1-B941-B71AF46B1834}"/>
    <dgm:cxn modelId="{594804D8-1A5D-49AC-B023-8C6AAFCB1637}" type="presOf" srcId="{8529BE65-877E-44DF-956D-2950DB3B29B2}" destId="{9D4CB418-4B9E-463A-B4B7-7F9EFC9B1F2D}" srcOrd="0" destOrd="0" presId="urn:microsoft.com/office/officeart/2008/layout/LinedList"/>
    <dgm:cxn modelId="{FF6B1BE0-D3B8-4A28-BC7D-FDA82EF800D7}" srcId="{8529BE65-877E-44DF-956D-2950DB3B29B2}" destId="{722588C6-9E55-4801-AF08-3F39826BDDE6}" srcOrd="5" destOrd="0" parTransId="{51F1C660-D4DE-4634-A281-5A828837ACD1}" sibTransId="{748BAA66-912D-434E-AF07-AC3DE3E31C80}"/>
    <dgm:cxn modelId="{15BAD1FF-1757-4EEA-A371-4FFCFBDB40A7}" type="presOf" srcId="{01D36E80-DCB6-430D-89B5-EFFA7C5B1D97}" destId="{BDB44D84-53C3-4757-85C5-F27968B25538}" srcOrd="0" destOrd="0" presId="urn:microsoft.com/office/officeart/2008/layout/LinedList"/>
    <dgm:cxn modelId="{11FD087F-3592-4193-995F-E05FE9F4D377}" type="presParOf" srcId="{9D4CB418-4B9E-463A-B4B7-7F9EFC9B1F2D}" destId="{B6682D7E-9205-4385-A6E1-C01FE6C7920E}" srcOrd="0" destOrd="0" presId="urn:microsoft.com/office/officeart/2008/layout/LinedList"/>
    <dgm:cxn modelId="{516E2F88-A306-420D-94E2-283226A35645}" type="presParOf" srcId="{9D4CB418-4B9E-463A-B4B7-7F9EFC9B1F2D}" destId="{0C39B768-920A-4134-A48A-6244D77C80CE}" srcOrd="1" destOrd="0" presId="urn:microsoft.com/office/officeart/2008/layout/LinedList"/>
    <dgm:cxn modelId="{D5E56890-E743-406C-A640-A31BAEACEF14}" type="presParOf" srcId="{0C39B768-920A-4134-A48A-6244D77C80CE}" destId="{BDB44D84-53C3-4757-85C5-F27968B25538}" srcOrd="0" destOrd="0" presId="urn:microsoft.com/office/officeart/2008/layout/LinedList"/>
    <dgm:cxn modelId="{AA7C6426-6CDB-4101-8CB3-78314BE4B083}" type="presParOf" srcId="{0C39B768-920A-4134-A48A-6244D77C80CE}" destId="{FC52D7EA-5715-437C-9502-9B41A35DB9F2}" srcOrd="1" destOrd="0" presId="urn:microsoft.com/office/officeart/2008/layout/LinedList"/>
    <dgm:cxn modelId="{BE2034B4-B12E-4F04-9A3D-915C27A8E7BA}" type="presParOf" srcId="{9D4CB418-4B9E-463A-B4B7-7F9EFC9B1F2D}" destId="{E9A8A978-1E66-4300-8B2E-9FA742950102}" srcOrd="2" destOrd="0" presId="urn:microsoft.com/office/officeart/2008/layout/LinedList"/>
    <dgm:cxn modelId="{971E0630-C839-4F54-A531-A01C5B1C4440}" type="presParOf" srcId="{9D4CB418-4B9E-463A-B4B7-7F9EFC9B1F2D}" destId="{D5B6F419-C08C-4AB8-A0C5-CEE15F575046}" srcOrd="3" destOrd="0" presId="urn:microsoft.com/office/officeart/2008/layout/LinedList"/>
    <dgm:cxn modelId="{78C3089F-09BC-4238-9DE1-AF287B180695}" type="presParOf" srcId="{D5B6F419-C08C-4AB8-A0C5-CEE15F575046}" destId="{DF831C1B-5918-4648-9926-DE2402805533}" srcOrd="0" destOrd="0" presId="urn:microsoft.com/office/officeart/2008/layout/LinedList"/>
    <dgm:cxn modelId="{127E1ABF-E053-4B01-9540-DA108CB1FF63}" type="presParOf" srcId="{D5B6F419-C08C-4AB8-A0C5-CEE15F575046}" destId="{0B9FC4CD-EDF1-4BA8-8FFC-BB3C949B057D}" srcOrd="1" destOrd="0" presId="urn:microsoft.com/office/officeart/2008/layout/LinedList"/>
    <dgm:cxn modelId="{3341A7F1-74F4-4047-9D83-58FF5085F767}" type="presParOf" srcId="{9D4CB418-4B9E-463A-B4B7-7F9EFC9B1F2D}" destId="{34F0395B-1124-4606-96A0-444EB198964C}" srcOrd="4" destOrd="0" presId="urn:microsoft.com/office/officeart/2008/layout/LinedList"/>
    <dgm:cxn modelId="{576B2399-FDA6-4CE2-A567-FC41F412F985}" type="presParOf" srcId="{9D4CB418-4B9E-463A-B4B7-7F9EFC9B1F2D}" destId="{74C02B86-1145-43B1-92F9-9C238CFA70A9}" srcOrd="5" destOrd="0" presId="urn:microsoft.com/office/officeart/2008/layout/LinedList"/>
    <dgm:cxn modelId="{4F528E7E-9335-4844-B749-B553A065BAF9}" type="presParOf" srcId="{74C02B86-1145-43B1-92F9-9C238CFA70A9}" destId="{9F686D8E-AC17-46F6-9780-DDEBBF59817B}" srcOrd="0" destOrd="0" presId="urn:microsoft.com/office/officeart/2008/layout/LinedList"/>
    <dgm:cxn modelId="{D4C4AB68-F907-4B81-B585-0F1D9F49DFAE}" type="presParOf" srcId="{74C02B86-1145-43B1-92F9-9C238CFA70A9}" destId="{66121791-9263-4E53-903F-610BD8880117}" srcOrd="1" destOrd="0" presId="urn:microsoft.com/office/officeart/2008/layout/LinedList"/>
    <dgm:cxn modelId="{6775CF88-E13E-456C-B95C-1E70276DCA3F}" type="presParOf" srcId="{9D4CB418-4B9E-463A-B4B7-7F9EFC9B1F2D}" destId="{124E779C-4AEC-457B-9D97-16AE33BFEE9D}" srcOrd="6" destOrd="0" presId="urn:microsoft.com/office/officeart/2008/layout/LinedList"/>
    <dgm:cxn modelId="{2719CDD7-0E70-4349-AF3D-E73EE164809D}" type="presParOf" srcId="{9D4CB418-4B9E-463A-B4B7-7F9EFC9B1F2D}" destId="{189471C8-CF5B-4597-BE1C-2C5D9EE43C93}" srcOrd="7" destOrd="0" presId="urn:microsoft.com/office/officeart/2008/layout/LinedList"/>
    <dgm:cxn modelId="{11E9C349-80EB-4545-B880-E94716417884}" type="presParOf" srcId="{189471C8-CF5B-4597-BE1C-2C5D9EE43C93}" destId="{26C2AF52-235E-426D-B974-D5EE71D96501}" srcOrd="0" destOrd="0" presId="urn:microsoft.com/office/officeart/2008/layout/LinedList"/>
    <dgm:cxn modelId="{462CE052-C3B4-441B-A984-75C0061ACFF5}" type="presParOf" srcId="{189471C8-CF5B-4597-BE1C-2C5D9EE43C93}" destId="{5D15E76D-CD5F-4BAA-BA49-E4E006AED2C5}" srcOrd="1" destOrd="0" presId="urn:microsoft.com/office/officeart/2008/layout/LinedList"/>
    <dgm:cxn modelId="{19816194-15ED-44D1-B403-74B111267AA7}" type="presParOf" srcId="{9D4CB418-4B9E-463A-B4B7-7F9EFC9B1F2D}" destId="{4036DF7F-4464-4990-A341-740DD405CD17}" srcOrd="8" destOrd="0" presId="urn:microsoft.com/office/officeart/2008/layout/LinedList"/>
    <dgm:cxn modelId="{1C5E77C1-2D59-4652-884D-45093961ED56}" type="presParOf" srcId="{9D4CB418-4B9E-463A-B4B7-7F9EFC9B1F2D}" destId="{1B4CE182-5762-4871-BAC7-1A43453F0F5E}" srcOrd="9" destOrd="0" presId="urn:microsoft.com/office/officeart/2008/layout/LinedList"/>
    <dgm:cxn modelId="{F1D8EE64-1501-4D09-91E7-DAEB1F46E34D}" type="presParOf" srcId="{1B4CE182-5762-4871-BAC7-1A43453F0F5E}" destId="{DD1278D2-1D9F-4F33-8AEB-E8E896FFE73B}" srcOrd="0" destOrd="0" presId="urn:microsoft.com/office/officeart/2008/layout/LinedList"/>
    <dgm:cxn modelId="{AD47CB8E-E237-43DF-BBAB-E4E08C2281A0}" type="presParOf" srcId="{1B4CE182-5762-4871-BAC7-1A43453F0F5E}" destId="{8DF7EAEA-B024-4A8B-95B8-96D614B0473A}" srcOrd="1" destOrd="0" presId="urn:microsoft.com/office/officeart/2008/layout/LinedList"/>
    <dgm:cxn modelId="{F27A220F-1F3A-4EF6-9ECD-91D3F81DAC40}" type="presParOf" srcId="{9D4CB418-4B9E-463A-B4B7-7F9EFC9B1F2D}" destId="{A0499B02-A6B8-421D-B315-4401256B0F25}" srcOrd="10" destOrd="0" presId="urn:microsoft.com/office/officeart/2008/layout/LinedList"/>
    <dgm:cxn modelId="{5DF85B9B-D3CB-478D-B209-7FCBEFD402F4}" type="presParOf" srcId="{9D4CB418-4B9E-463A-B4B7-7F9EFC9B1F2D}" destId="{62118C6B-E61A-410C-8826-21EBB4F00CE1}" srcOrd="11" destOrd="0" presId="urn:microsoft.com/office/officeart/2008/layout/LinedList"/>
    <dgm:cxn modelId="{72AE5D7B-2EDC-46B4-9FC6-90A65714B3C3}" type="presParOf" srcId="{62118C6B-E61A-410C-8826-21EBB4F00CE1}" destId="{0CDFCC81-849C-46A0-BFB6-4EDA1A0B1D4D}" srcOrd="0" destOrd="0" presId="urn:microsoft.com/office/officeart/2008/layout/LinedList"/>
    <dgm:cxn modelId="{7505C1E3-5B13-415B-8B78-183D71C3E765}" type="presParOf" srcId="{62118C6B-E61A-410C-8826-21EBB4F00CE1}" destId="{ADB80325-1BE4-4BD0-AB99-06854812E0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3B9C71-B979-4862-99ED-77DD80047145}" type="doc">
      <dgm:prSet loTypeId="urn:microsoft.com/office/officeart/2008/layout/LinedList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C91D4034-8317-4A99-B5E8-1F012D3D6636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Manual Resume Screening: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Currently, recruiters manually screen resumes, which is time-consuming and prone to human errors.</a:t>
          </a:r>
        </a:p>
        <a:p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EA4B67-F3AD-4EE6-B463-611C44A20C35}" type="parTrans" cxnId="{204BF2D4-F1F3-45CF-9C80-58820477667E}">
      <dgm:prSet/>
      <dgm:spPr/>
      <dgm:t>
        <a:bodyPr/>
        <a:lstStyle/>
        <a:p>
          <a:endParaRPr lang="en-US"/>
        </a:p>
      </dgm:t>
    </dgm:pt>
    <dgm:pt modelId="{360DE10F-A79D-4184-B090-5CD02F911A71}" type="sibTrans" cxnId="{204BF2D4-F1F3-45CF-9C80-58820477667E}">
      <dgm:prSet/>
      <dgm:spPr/>
      <dgm:t>
        <a:bodyPr/>
        <a:lstStyle/>
        <a:p>
          <a:endParaRPr lang="en-US"/>
        </a:p>
      </dgm:t>
    </dgm:pt>
    <dgm:pt modelId="{AF544ECE-D305-4409-8F65-C3C9CF63E185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Existing Automation Tools:</a:t>
          </a:r>
        </a:p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Applicant Tracking Systems (ATS):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These tools use keyword matching to filter resumes but often miss important context and nuances eg- Enhancv, Jobscan</a:t>
          </a:r>
        </a:p>
        <a:p>
          <a:r>
            <a:rPr lang="en-IN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Tools like </a:t>
          </a:r>
          <a:r>
            <a:rPr lang="en-IN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HireVue</a:t>
          </a:r>
          <a:r>
            <a:rPr lang="en-IN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IN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LinkedIn Talent Insights </a:t>
          </a:r>
          <a:r>
            <a:rPr lang="en-IN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use AI, but many still rely on predefined rules instead of sophisticated learning algorithms.</a:t>
          </a:r>
        </a:p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AI-based Systems: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Some companies have begun implementing AI for resume screening, but these systems are often complex, expensive, or not customizable to small and medium-sized enterprises.</a:t>
          </a:r>
        </a:p>
      </dgm:t>
    </dgm:pt>
    <dgm:pt modelId="{9EF5DED3-C327-4BF4-9E54-FB523F3CB466}" type="parTrans" cxnId="{493B08DA-F0CF-4088-930C-BCBD8BFEC2BD}">
      <dgm:prSet/>
      <dgm:spPr/>
      <dgm:t>
        <a:bodyPr/>
        <a:lstStyle/>
        <a:p>
          <a:endParaRPr lang="en-US"/>
        </a:p>
      </dgm:t>
    </dgm:pt>
    <dgm:pt modelId="{6E281BD2-98F0-4DC1-A064-E70BDD851D8C}" type="sibTrans" cxnId="{493B08DA-F0CF-4088-930C-BCBD8BFEC2BD}">
      <dgm:prSet/>
      <dgm:spPr/>
      <dgm:t>
        <a:bodyPr/>
        <a:lstStyle/>
        <a:p>
          <a:endParaRPr lang="en-US"/>
        </a:p>
      </dgm:t>
    </dgm:pt>
    <dgm:pt modelId="{5158F712-3A41-45E6-955F-25ED2D532783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 with Current Systems: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adaptability to different job roles.</a:t>
          </a:r>
        </a:p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NLP capabilities to handle unstructured resume formats.</a:t>
          </a:r>
        </a:p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Potential bias in automated systems due to biased training data.</a:t>
          </a:r>
        </a:p>
      </dgm:t>
    </dgm:pt>
    <dgm:pt modelId="{99B9FFC5-102A-4DD7-AA9C-559747E3FF0F}" type="parTrans" cxnId="{DF2DAEE6-0E7F-45AA-9095-DF074834C7A1}">
      <dgm:prSet/>
      <dgm:spPr/>
      <dgm:t>
        <a:bodyPr/>
        <a:lstStyle/>
        <a:p>
          <a:endParaRPr lang="en-US"/>
        </a:p>
      </dgm:t>
    </dgm:pt>
    <dgm:pt modelId="{2921EA4A-51F0-4A98-B389-C568CA589FA1}" type="sibTrans" cxnId="{DF2DAEE6-0E7F-45AA-9095-DF074834C7A1}">
      <dgm:prSet/>
      <dgm:spPr/>
      <dgm:t>
        <a:bodyPr/>
        <a:lstStyle/>
        <a:p>
          <a:endParaRPr lang="en-US"/>
        </a:p>
      </dgm:t>
    </dgm:pt>
    <dgm:pt modelId="{18200893-0775-4EB2-A473-BFFADD881742}" type="pres">
      <dgm:prSet presAssocID="{3C3B9C71-B979-4862-99ED-77DD80047145}" presName="vert0" presStyleCnt="0">
        <dgm:presLayoutVars>
          <dgm:dir/>
          <dgm:animOne val="branch"/>
          <dgm:animLvl val="lvl"/>
        </dgm:presLayoutVars>
      </dgm:prSet>
      <dgm:spPr/>
    </dgm:pt>
    <dgm:pt modelId="{C96F3B5F-65D8-4014-B02B-B7017EC3C48E}" type="pres">
      <dgm:prSet presAssocID="{C91D4034-8317-4A99-B5E8-1F012D3D6636}" presName="thickLine" presStyleLbl="alignNode1" presStyleIdx="0" presStyleCnt="3"/>
      <dgm:spPr/>
    </dgm:pt>
    <dgm:pt modelId="{C1B5CB37-67E5-444D-B62D-CD2468738DBF}" type="pres">
      <dgm:prSet presAssocID="{C91D4034-8317-4A99-B5E8-1F012D3D6636}" presName="horz1" presStyleCnt="0"/>
      <dgm:spPr/>
    </dgm:pt>
    <dgm:pt modelId="{35B34C85-DE6F-4750-9964-9493FAC379E7}" type="pres">
      <dgm:prSet presAssocID="{C91D4034-8317-4A99-B5E8-1F012D3D6636}" presName="tx1" presStyleLbl="revTx" presStyleIdx="0" presStyleCnt="3" custScaleY="135944"/>
      <dgm:spPr/>
    </dgm:pt>
    <dgm:pt modelId="{DD22E88A-5FEB-49DF-BFBE-F47E420F72E4}" type="pres">
      <dgm:prSet presAssocID="{C91D4034-8317-4A99-B5E8-1F012D3D6636}" presName="vert1" presStyleCnt="0"/>
      <dgm:spPr/>
    </dgm:pt>
    <dgm:pt modelId="{016548AE-A998-4086-AA73-BC700225DBD9}" type="pres">
      <dgm:prSet presAssocID="{AF544ECE-D305-4409-8F65-C3C9CF63E185}" presName="thickLine" presStyleLbl="alignNode1" presStyleIdx="1" presStyleCnt="3"/>
      <dgm:spPr/>
    </dgm:pt>
    <dgm:pt modelId="{11851FCF-6B51-4A8F-A8FA-21E004E4CE6A}" type="pres">
      <dgm:prSet presAssocID="{AF544ECE-D305-4409-8F65-C3C9CF63E185}" presName="horz1" presStyleCnt="0"/>
      <dgm:spPr/>
    </dgm:pt>
    <dgm:pt modelId="{090265D8-D18E-4BDB-8957-4B91C6212090}" type="pres">
      <dgm:prSet presAssocID="{AF544ECE-D305-4409-8F65-C3C9CF63E185}" presName="tx1" presStyleLbl="revTx" presStyleIdx="1" presStyleCnt="3" custScaleY="371442"/>
      <dgm:spPr/>
    </dgm:pt>
    <dgm:pt modelId="{1C95E0D8-CC50-40C1-BDEF-367DB6304BFC}" type="pres">
      <dgm:prSet presAssocID="{AF544ECE-D305-4409-8F65-C3C9CF63E185}" presName="vert1" presStyleCnt="0"/>
      <dgm:spPr/>
    </dgm:pt>
    <dgm:pt modelId="{D71EBE38-07F4-42D9-B531-18F8625B309C}" type="pres">
      <dgm:prSet presAssocID="{5158F712-3A41-45E6-955F-25ED2D532783}" presName="thickLine" presStyleLbl="alignNode1" presStyleIdx="2" presStyleCnt="3"/>
      <dgm:spPr/>
    </dgm:pt>
    <dgm:pt modelId="{2510B053-9B50-4102-940A-F5E5232824E5}" type="pres">
      <dgm:prSet presAssocID="{5158F712-3A41-45E6-955F-25ED2D532783}" presName="horz1" presStyleCnt="0"/>
      <dgm:spPr/>
    </dgm:pt>
    <dgm:pt modelId="{44A1B27B-B254-489B-B022-8AE5F9663EBA}" type="pres">
      <dgm:prSet presAssocID="{5158F712-3A41-45E6-955F-25ED2D532783}" presName="tx1" presStyleLbl="revTx" presStyleIdx="2" presStyleCnt="3" custScaleY="281939"/>
      <dgm:spPr/>
    </dgm:pt>
    <dgm:pt modelId="{0EB54F11-AE1A-474F-9DB5-D90BEA987B2D}" type="pres">
      <dgm:prSet presAssocID="{5158F712-3A41-45E6-955F-25ED2D532783}" presName="vert1" presStyleCnt="0"/>
      <dgm:spPr/>
    </dgm:pt>
  </dgm:ptLst>
  <dgm:cxnLst>
    <dgm:cxn modelId="{9A05E3A1-B50B-4C79-9469-2A5800053FA4}" type="presOf" srcId="{5158F712-3A41-45E6-955F-25ED2D532783}" destId="{44A1B27B-B254-489B-B022-8AE5F9663EBA}" srcOrd="0" destOrd="0" presId="urn:microsoft.com/office/officeart/2008/layout/LinedList"/>
    <dgm:cxn modelId="{204BF2D4-F1F3-45CF-9C80-58820477667E}" srcId="{3C3B9C71-B979-4862-99ED-77DD80047145}" destId="{C91D4034-8317-4A99-B5E8-1F012D3D6636}" srcOrd="0" destOrd="0" parTransId="{43EA4B67-F3AD-4EE6-B463-611C44A20C35}" sibTransId="{360DE10F-A79D-4184-B090-5CD02F911A71}"/>
    <dgm:cxn modelId="{1C5CE3D9-5C7A-4E79-BDC2-A71B878316FC}" type="presOf" srcId="{AF544ECE-D305-4409-8F65-C3C9CF63E185}" destId="{090265D8-D18E-4BDB-8957-4B91C6212090}" srcOrd="0" destOrd="0" presId="urn:microsoft.com/office/officeart/2008/layout/LinedList"/>
    <dgm:cxn modelId="{493B08DA-F0CF-4088-930C-BCBD8BFEC2BD}" srcId="{3C3B9C71-B979-4862-99ED-77DD80047145}" destId="{AF544ECE-D305-4409-8F65-C3C9CF63E185}" srcOrd="1" destOrd="0" parTransId="{9EF5DED3-C327-4BF4-9E54-FB523F3CB466}" sibTransId="{6E281BD2-98F0-4DC1-A064-E70BDD851D8C}"/>
    <dgm:cxn modelId="{210837E4-E31C-4C50-B6ED-F32D43410C13}" type="presOf" srcId="{C91D4034-8317-4A99-B5E8-1F012D3D6636}" destId="{35B34C85-DE6F-4750-9964-9493FAC379E7}" srcOrd="0" destOrd="0" presId="urn:microsoft.com/office/officeart/2008/layout/LinedList"/>
    <dgm:cxn modelId="{DF2DAEE6-0E7F-45AA-9095-DF074834C7A1}" srcId="{3C3B9C71-B979-4862-99ED-77DD80047145}" destId="{5158F712-3A41-45E6-955F-25ED2D532783}" srcOrd="2" destOrd="0" parTransId="{99B9FFC5-102A-4DD7-AA9C-559747E3FF0F}" sibTransId="{2921EA4A-51F0-4A98-B389-C568CA589FA1}"/>
    <dgm:cxn modelId="{F29CB6EA-A905-4690-9A4F-0FCA4C587071}" type="presOf" srcId="{3C3B9C71-B979-4862-99ED-77DD80047145}" destId="{18200893-0775-4EB2-A473-BFFADD881742}" srcOrd="0" destOrd="0" presId="urn:microsoft.com/office/officeart/2008/layout/LinedList"/>
    <dgm:cxn modelId="{F0CBA468-AC21-43BF-B910-2E3CFA51EB7B}" type="presParOf" srcId="{18200893-0775-4EB2-A473-BFFADD881742}" destId="{C96F3B5F-65D8-4014-B02B-B7017EC3C48E}" srcOrd="0" destOrd="0" presId="urn:microsoft.com/office/officeart/2008/layout/LinedList"/>
    <dgm:cxn modelId="{12786834-A30B-4CB0-A983-DA07BEDEA63B}" type="presParOf" srcId="{18200893-0775-4EB2-A473-BFFADD881742}" destId="{C1B5CB37-67E5-444D-B62D-CD2468738DBF}" srcOrd="1" destOrd="0" presId="urn:microsoft.com/office/officeart/2008/layout/LinedList"/>
    <dgm:cxn modelId="{D20AD156-B73A-470F-A006-A3BA08FDFFAF}" type="presParOf" srcId="{C1B5CB37-67E5-444D-B62D-CD2468738DBF}" destId="{35B34C85-DE6F-4750-9964-9493FAC379E7}" srcOrd="0" destOrd="0" presId="urn:microsoft.com/office/officeart/2008/layout/LinedList"/>
    <dgm:cxn modelId="{1F3136A3-D256-42B1-A85E-06E06D244529}" type="presParOf" srcId="{C1B5CB37-67E5-444D-B62D-CD2468738DBF}" destId="{DD22E88A-5FEB-49DF-BFBE-F47E420F72E4}" srcOrd="1" destOrd="0" presId="urn:microsoft.com/office/officeart/2008/layout/LinedList"/>
    <dgm:cxn modelId="{141C4681-FC8A-4990-8D21-EC23A172D381}" type="presParOf" srcId="{18200893-0775-4EB2-A473-BFFADD881742}" destId="{016548AE-A998-4086-AA73-BC700225DBD9}" srcOrd="2" destOrd="0" presId="urn:microsoft.com/office/officeart/2008/layout/LinedList"/>
    <dgm:cxn modelId="{00AAF502-84D4-45EC-8851-B2F30E12B6F9}" type="presParOf" srcId="{18200893-0775-4EB2-A473-BFFADD881742}" destId="{11851FCF-6B51-4A8F-A8FA-21E004E4CE6A}" srcOrd="3" destOrd="0" presId="urn:microsoft.com/office/officeart/2008/layout/LinedList"/>
    <dgm:cxn modelId="{52E99F0E-F21A-4CE4-B43D-A5EFF5F6C9CC}" type="presParOf" srcId="{11851FCF-6B51-4A8F-A8FA-21E004E4CE6A}" destId="{090265D8-D18E-4BDB-8957-4B91C6212090}" srcOrd="0" destOrd="0" presId="urn:microsoft.com/office/officeart/2008/layout/LinedList"/>
    <dgm:cxn modelId="{177B1A37-781E-4CBA-9E45-AE51C49BA37D}" type="presParOf" srcId="{11851FCF-6B51-4A8F-A8FA-21E004E4CE6A}" destId="{1C95E0D8-CC50-40C1-BDEF-367DB6304BFC}" srcOrd="1" destOrd="0" presId="urn:microsoft.com/office/officeart/2008/layout/LinedList"/>
    <dgm:cxn modelId="{13160F92-CB8B-4FA8-AF91-8DB514B71EE3}" type="presParOf" srcId="{18200893-0775-4EB2-A473-BFFADD881742}" destId="{D71EBE38-07F4-42D9-B531-18F8625B309C}" srcOrd="4" destOrd="0" presId="urn:microsoft.com/office/officeart/2008/layout/LinedList"/>
    <dgm:cxn modelId="{EEDFC548-7ACB-4FF4-A7C4-F8EA1363E785}" type="presParOf" srcId="{18200893-0775-4EB2-A473-BFFADD881742}" destId="{2510B053-9B50-4102-940A-F5E5232824E5}" srcOrd="5" destOrd="0" presId="urn:microsoft.com/office/officeart/2008/layout/LinedList"/>
    <dgm:cxn modelId="{3ABC8D78-C272-4025-9749-D07452CA3EB5}" type="presParOf" srcId="{2510B053-9B50-4102-940A-F5E5232824E5}" destId="{44A1B27B-B254-489B-B022-8AE5F9663EBA}" srcOrd="0" destOrd="0" presId="urn:microsoft.com/office/officeart/2008/layout/LinedList"/>
    <dgm:cxn modelId="{49BA4427-1254-4AC0-8DBC-19C675B1F1EE}" type="presParOf" srcId="{2510B053-9B50-4102-940A-F5E5232824E5}" destId="{0EB54F11-AE1A-474F-9DB5-D90BEA987B2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2DE923-E9E9-4AAF-982F-4A93EBB1810F}" type="doc">
      <dgm:prSet loTypeId="urn:microsoft.com/office/officeart/2008/layout/VerticalCurved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D2522FD5-4387-4E85-B317-C4EFC7F0FA12}">
      <dgm:prSet custT="1"/>
      <dgm:spPr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>
          <a:solidFill>
            <a:srgbClr val="009900"/>
          </a:solidFill>
        </a:ln>
      </dgm:spPr>
      <dgm:t>
        <a:bodyPr/>
        <a:lstStyle/>
        <a:p>
          <a:pPr algn="just"/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Define Objectives</a:t>
          </a:r>
          <a:r>
            <a: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Establish clear goals for the AI resume screening system.</a:t>
          </a:r>
        </a:p>
      </dgm:t>
    </dgm:pt>
    <dgm:pt modelId="{2FE741A8-B178-45E0-A117-29B719B6A6C7}" type="sibTrans" cxnId="{E8F46936-E843-42B6-B548-C6DC61F03F63}">
      <dgm:prSet/>
      <dgm:spPr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>
          <a:solidFill>
            <a:srgbClr val="009900"/>
          </a:solidFill>
        </a:ln>
      </dgm:spPr>
      <dgm:t>
        <a:bodyPr/>
        <a:lstStyle/>
        <a:p>
          <a:endParaRPr lang="en-US" sz="1800">
            <a:solidFill>
              <a:schemeClr val="tx1"/>
            </a:solidFill>
          </a:endParaRPr>
        </a:p>
      </dgm:t>
    </dgm:pt>
    <dgm:pt modelId="{44CBCB2D-EFA2-4C0F-ABEB-6A98124D7BA4}" type="parTrans" cxnId="{E8F46936-E843-42B6-B548-C6DC61F03F63}">
      <dgm:prSet/>
      <dgm:spPr/>
      <dgm:t>
        <a:bodyPr/>
        <a:lstStyle/>
        <a:p>
          <a:endParaRPr lang="en-US"/>
        </a:p>
      </dgm:t>
    </dgm:pt>
    <dgm:pt modelId="{DC2E6830-CCFD-4FEF-8384-7C55AA2415FD}">
      <dgm:prSet custT="1"/>
      <dgm:spPr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>
          <a:solidFill>
            <a:srgbClr val="009900"/>
          </a:solidFill>
        </a:ln>
      </dgm:spPr>
      <dgm:t>
        <a:bodyPr/>
        <a:lstStyle/>
        <a:p>
          <a:pPr algn="just"/>
          <a:r>
            <a:rPr lang="en-US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Develop Timeline</a:t>
          </a:r>
          <a:r>
            <a: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Create a schedule with key milestones (research, development, testing, deployment).</a:t>
          </a:r>
          <a:endParaRPr lang="en-US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91236C-0029-4E2D-8C25-45D69C6DBE9B}" type="sibTrans" cxnId="{D5ABC0DE-B8CD-4C2B-A26F-86FAB4A14966}">
      <dgm:prSet/>
      <dgm:spPr/>
      <dgm:t>
        <a:bodyPr/>
        <a:lstStyle/>
        <a:p>
          <a:endParaRPr lang="en-US"/>
        </a:p>
      </dgm:t>
    </dgm:pt>
    <dgm:pt modelId="{DB04FFC9-B19C-4A30-BA4D-FD11008592BC}" type="parTrans" cxnId="{D5ABC0DE-B8CD-4C2B-A26F-86FAB4A14966}">
      <dgm:prSet/>
      <dgm:spPr/>
      <dgm:t>
        <a:bodyPr/>
        <a:lstStyle/>
        <a:p>
          <a:endParaRPr lang="en-US"/>
        </a:p>
      </dgm:t>
    </dgm:pt>
    <dgm:pt modelId="{BDB30D61-1AD1-4423-8DE7-BD7E2B71D2A4}">
      <dgm:prSet custT="1"/>
      <dgm:spPr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>
          <a:solidFill>
            <a:srgbClr val="009900"/>
          </a:solidFill>
        </a:ln>
      </dgm:spPr>
      <dgm:t>
        <a:bodyPr/>
        <a:lstStyle/>
        <a:p>
          <a:pPr algn="just"/>
          <a:r>
            <a:rPr lang="en-US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Allocate Resources</a:t>
          </a:r>
          <a:r>
            <a: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Identify necessary software, hardware, and team roles.</a:t>
          </a:r>
          <a:endParaRPr lang="en-US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460AC1-D520-4460-A983-623D99CD439E}" type="sibTrans" cxnId="{8FB79BD5-7A29-4CC6-B786-E5267F47ED02}">
      <dgm:prSet/>
      <dgm:spPr/>
      <dgm:t>
        <a:bodyPr/>
        <a:lstStyle/>
        <a:p>
          <a:endParaRPr lang="en-US"/>
        </a:p>
      </dgm:t>
    </dgm:pt>
    <dgm:pt modelId="{15690071-9222-47DB-8E11-A168DC54F6FF}" type="parTrans" cxnId="{8FB79BD5-7A29-4CC6-B786-E5267F47ED02}">
      <dgm:prSet/>
      <dgm:spPr/>
      <dgm:t>
        <a:bodyPr/>
        <a:lstStyle/>
        <a:p>
          <a:endParaRPr lang="en-US"/>
        </a:p>
      </dgm:t>
    </dgm:pt>
    <dgm:pt modelId="{9D3FED1B-6FC0-42DC-9936-A0E3A8F32B19}">
      <dgm:prSet custT="1"/>
      <dgm:spPr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>
          <a:solidFill>
            <a:srgbClr val="009900"/>
          </a:solidFill>
        </a:ln>
      </dgm:spPr>
      <dgm:t>
        <a:bodyPr/>
        <a:lstStyle/>
        <a:p>
          <a:pPr algn="just"/>
          <a:r>
            <a:rPr lang="en-US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Research</a:t>
          </a:r>
          <a:r>
            <a: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Investigate existing technologies and methodologies.</a:t>
          </a:r>
          <a:endParaRPr lang="en-US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9F464D-7D53-4A58-855D-3FF7F0BA47C1}" type="sibTrans" cxnId="{BFDD35C0-25F9-458E-ABD9-9019BC7958D4}">
      <dgm:prSet/>
      <dgm:spPr/>
      <dgm:t>
        <a:bodyPr/>
        <a:lstStyle/>
        <a:p>
          <a:endParaRPr lang="en-US"/>
        </a:p>
      </dgm:t>
    </dgm:pt>
    <dgm:pt modelId="{936622C8-59FE-4C7B-ABA8-6C1E8CB6936E}" type="parTrans" cxnId="{BFDD35C0-25F9-458E-ABD9-9019BC7958D4}">
      <dgm:prSet/>
      <dgm:spPr/>
      <dgm:t>
        <a:bodyPr/>
        <a:lstStyle/>
        <a:p>
          <a:endParaRPr lang="en-US"/>
        </a:p>
      </dgm:t>
    </dgm:pt>
    <dgm:pt modelId="{C8B04589-E6E7-4061-9068-BDD7610F89B9}">
      <dgm:prSet custT="1"/>
      <dgm:spPr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>
          <a:solidFill>
            <a:srgbClr val="009900"/>
          </a:solidFill>
        </a:ln>
      </dgm:spPr>
      <dgm:t>
        <a:bodyPr/>
        <a:lstStyle/>
        <a:p>
          <a:pPr algn="just"/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Design &amp; Development</a:t>
          </a:r>
          <a:r>
            <a: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Outline system architecture and begin coding.</a:t>
          </a:r>
        </a:p>
      </dgm:t>
    </dgm:pt>
    <dgm:pt modelId="{E7570DDE-373A-4BC8-AE89-B8D016BD31AE}" type="sibTrans" cxnId="{A7CD16A3-0314-41FF-ACA9-FAA7DF698EB6}">
      <dgm:prSet/>
      <dgm:spPr/>
      <dgm:t>
        <a:bodyPr/>
        <a:lstStyle/>
        <a:p>
          <a:endParaRPr lang="en-US"/>
        </a:p>
      </dgm:t>
    </dgm:pt>
    <dgm:pt modelId="{C5E78849-56C8-4BC9-BF88-8BB10A706750}" type="parTrans" cxnId="{A7CD16A3-0314-41FF-ACA9-FAA7DF698EB6}">
      <dgm:prSet/>
      <dgm:spPr/>
      <dgm:t>
        <a:bodyPr/>
        <a:lstStyle/>
        <a:p>
          <a:endParaRPr lang="en-US"/>
        </a:p>
      </dgm:t>
    </dgm:pt>
    <dgm:pt modelId="{6C7BF7E7-B47D-44E9-8C71-EC07E0EBB022}">
      <dgm:prSet custT="1"/>
      <dgm:spPr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>
          <a:solidFill>
            <a:srgbClr val="009900"/>
          </a:solidFill>
        </a:ln>
      </dgm:spPr>
      <dgm:t>
        <a:bodyPr/>
        <a:lstStyle/>
        <a:p>
          <a:pPr algn="just"/>
          <a:r>
            <a:rPr lang="en-US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Testing</a:t>
          </a:r>
          <a:r>
            <a: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Conduct thorough testing for accuracy and functionality.</a:t>
          </a:r>
          <a:endParaRPr lang="en-US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72DE2B-F1EB-45BA-8130-4D3BCCFC68D6}" type="sibTrans" cxnId="{3826A793-F520-41D9-B8D1-65CBC0984D17}">
      <dgm:prSet/>
      <dgm:spPr/>
      <dgm:t>
        <a:bodyPr/>
        <a:lstStyle/>
        <a:p>
          <a:endParaRPr lang="en-US"/>
        </a:p>
      </dgm:t>
    </dgm:pt>
    <dgm:pt modelId="{1273BEE5-D667-4A56-AD65-0766D3EA18E3}" type="parTrans" cxnId="{3826A793-F520-41D9-B8D1-65CBC0984D17}">
      <dgm:prSet/>
      <dgm:spPr/>
      <dgm:t>
        <a:bodyPr/>
        <a:lstStyle/>
        <a:p>
          <a:endParaRPr lang="en-US"/>
        </a:p>
      </dgm:t>
    </dgm:pt>
    <dgm:pt modelId="{ABBD3ED3-8FEE-41F3-84D1-38769E3BCBFA}">
      <dgm:prSet custT="1"/>
      <dgm:spPr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>
          <a:solidFill>
            <a:srgbClr val="009900"/>
          </a:solidFill>
        </a:ln>
      </dgm:spPr>
      <dgm:t>
        <a:bodyPr/>
        <a:lstStyle/>
        <a:p>
          <a:pPr algn="just"/>
          <a:r>
            <a:rPr lang="en-US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Deployment</a:t>
          </a:r>
          <a:r>
            <a: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Launch the system in a controlled environment for feedback.</a:t>
          </a:r>
          <a:endParaRPr lang="en-US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4BDFE9-F962-4EB5-B8C1-938F6BF01A34}" type="sibTrans" cxnId="{17C83317-D7D9-462D-BFA0-402FE11AFC60}">
      <dgm:prSet/>
      <dgm:spPr/>
      <dgm:t>
        <a:bodyPr/>
        <a:lstStyle/>
        <a:p>
          <a:endParaRPr lang="en-US"/>
        </a:p>
      </dgm:t>
    </dgm:pt>
    <dgm:pt modelId="{A3E1555F-B810-49CC-94B7-07A0B96374EF}" type="parTrans" cxnId="{17C83317-D7D9-462D-BFA0-402FE11AFC60}">
      <dgm:prSet/>
      <dgm:spPr/>
      <dgm:t>
        <a:bodyPr/>
        <a:lstStyle/>
        <a:p>
          <a:endParaRPr lang="en-US"/>
        </a:p>
      </dgm:t>
    </dgm:pt>
    <dgm:pt modelId="{AE97A27A-65BC-428A-9EFA-9C0CEE6A032B}">
      <dgm:prSet custT="1"/>
      <dgm:spPr/>
      <dgm:t>
        <a:bodyPr/>
        <a:lstStyle/>
        <a:p>
          <a:endParaRPr lang="en-US" sz="1800">
            <a:solidFill>
              <a:schemeClr val="tx1"/>
            </a:solidFill>
          </a:endParaRPr>
        </a:p>
      </dgm:t>
    </dgm:pt>
    <dgm:pt modelId="{DD1B698E-D721-4855-AE03-6E9591AF08BD}" type="sibTrans" cxnId="{8945F5DD-8B62-4BB5-8765-4DFAA64797C1}">
      <dgm:prSet/>
      <dgm:spPr/>
      <dgm:t>
        <a:bodyPr/>
        <a:lstStyle/>
        <a:p>
          <a:endParaRPr lang="en-US"/>
        </a:p>
      </dgm:t>
    </dgm:pt>
    <dgm:pt modelId="{A9F9E139-A121-4B69-843C-42471BE084B6}" type="parTrans" cxnId="{8945F5DD-8B62-4BB5-8765-4DFAA64797C1}">
      <dgm:prSet/>
      <dgm:spPr/>
      <dgm:t>
        <a:bodyPr/>
        <a:lstStyle/>
        <a:p>
          <a:endParaRPr lang="en-US"/>
        </a:p>
      </dgm:t>
    </dgm:pt>
    <dgm:pt modelId="{1B297311-9804-4F72-B60F-A227FB94440D}">
      <dgm:prSet custT="1"/>
      <dgm:spPr/>
      <dgm:t>
        <a:bodyPr/>
        <a:lstStyle/>
        <a:p>
          <a:endParaRPr lang="en-US" sz="1800">
            <a:solidFill>
              <a:schemeClr val="tx1"/>
            </a:solidFill>
          </a:endParaRPr>
        </a:p>
      </dgm:t>
    </dgm:pt>
    <dgm:pt modelId="{471577EE-154D-4624-BC0D-30977B785F15}" type="sibTrans" cxnId="{72EF7434-5288-4F32-BE2C-9942C6DCD38A}">
      <dgm:prSet/>
      <dgm:spPr/>
      <dgm:t>
        <a:bodyPr/>
        <a:lstStyle/>
        <a:p>
          <a:endParaRPr lang="en-US"/>
        </a:p>
      </dgm:t>
    </dgm:pt>
    <dgm:pt modelId="{D1B96A4E-0B35-492B-9EC2-E0DC6BD51D27}" type="parTrans" cxnId="{72EF7434-5288-4F32-BE2C-9942C6DCD38A}">
      <dgm:prSet/>
      <dgm:spPr/>
      <dgm:t>
        <a:bodyPr/>
        <a:lstStyle/>
        <a:p>
          <a:endParaRPr lang="en-US"/>
        </a:p>
      </dgm:t>
    </dgm:pt>
    <dgm:pt modelId="{2D5DA034-C71F-4056-8CE2-697F17CADC6B}">
      <dgm:prSet custT="1"/>
      <dgm:spPr/>
      <dgm:t>
        <a:bodyPr/>
        <a:lstStyle/>
        <a:p>
          <a:endParaRPr lang="en-US" sz="1800">
            <a:solidFill>
              <a:schemeClr val="tx1"/>
            </a:solidFill>
          </a:endParaRPr>
        </a:p>
      </dgm:t>
    </dgm:pt>
    <dgm:pt modelId="{7952C6B5-406A-4635-BBFB-3D2963D13B9B}" type="sibTrans" cxnId="{C53E028A-8186-4462-B199-26460745110C}">
      <dgm:prSet/>
      <dgm:spPr/>
      <dgm:t>
        <a:bodyPr/>
        <a:lstStyle/>
        <a:p>
          <a:endParaRPr lang="en-US"/>
        </a:p>
      </dgm:t>
    </dgm:pt>
    <dgm:pt modelId="{12BCFD43-00B3-4DD5-8714-219581ABC150}" type="parTrans" cxnId="{C53E028A-8186-4462-B199-26460745110C}">
      <dgm:prSet/>
      <dgm:spPr/>
      <dgm:t>
        <a:bodyPr/>
        <a:lstStyle/>
        <a:p>
          <a:endParaRPr lang="en-US"/>
        </a:p>
      </dgm:t>
    </dgm:pt>
    <dgm:pt modelId="{8A1DD52E-330B-4645-BDC4-A156E53C7E53}" type="pres">
      <dgm:prSet presAssocID="{0E2DE923-E9E9-4AAF-982F-4A93EBB1810F}" presName="Name0" presStyleCnt="0">
        <dgm:presLayoutVars>
          <dgm:chMax val="7"/>
          <dgm:chPref val="7"/>
          <dgm:dir/>
        </dgm:presLayoutVars>
      </dgm:prSet>
      <dgm:spPr/>
    </dgm:pt>
    <dgm:pt modelId="{A9BF5AD4-7F17-4B7C-9C5E-7550B7581EDB}" type="pres">
      <dgm:prSet presAssocID="{0E2DE923-E9E9-4AAF-982F-4A93EBB1810F}" presName="Name1" presStyleCnt="0"/>
      <dgm:spPr/>
    </dgm:pt>
    <dgm:pt modelId="{2D5E09B0-69CE-4ACC-8D86-A70C1A8931BD}" type="pres">
      <dgm:prSet presAssocID="{0E2DE923-E9E9-4AAF-982F-4A93EBB1810F}" presName="cycle" presStyleCnt="0"/>
      <dgm:spPr/>
    </dgm:pt>
    <dgm:pt modelId="{CC21B6E5-6DC5-4622-9B50-A2630BD38CAB}" type="pres">
      <dgm:prSet presAssocID="{0E2DE923-E9E9-4AAF-982F-4A93EBB1810F}" presName="srcNode" presStyleLbl="node1" presStyleIdx="0" presStyleCnt="7"/>
      <dgm:spPr/>
    </dgm:pt>
    <dgm:pt modelId="{B09BF140-3F2B-4DDF-827E-E90FBD9BABCF}" type="pres">
      <dgm:prSet presAssocID="{0E2DE923-E9E9-4AAF-982F-4A93EBB1810F}" presName="conn" presStyleLbl="parChTrans1D2" presStyleIdx="0" presStyleCnt="1"/>
      <dgm:spPr/>
    </dgm:pt>
    <dgm:pt modelId="{D071C36E-27AB-4E4F-9766-B2FAD041520C}" type="pres">
      <dgm:prSet presAssocID="{0E2DE923-E9E9-4AAF-982F-4A93EBB1810F}" presName="extraNode" presStyleLbl="node1" presStyleIdx="0" presStyleCnt="7"/>
      <dgm:spPr/>
    </dgm:pt>
    <dgm:pt modelId="{B057B59A-4074-41B0-9F20-43BA8526D7C0}" type="pres">
      <dgm:prSet presAssocID="{0E2DE923-E9E9-4AAF-982F-4A93EBB1810F}" presName="dstNode" presStyleLbl="node1" presStyleIdx="0" presStyleCnt="7"/>
      <dgm:spPr/>
    </dgm:pt>
    <dgm:pt modelId="{8F90D6EA-4D71-4002-B56D-1C249D9ECC3C}" type="pres">
      <dgm:prSet presAssocID="{D2522FD5-4387-4E85-B317-C4EFC7F0FA12}" presName="text_1" presStyleLbl="node1" presStyleIdx="0" presStyleCnt="7">
        <dgm:presLayoutVars>
          <dgm:bulletEnabled val="1"/>
        </dgm:presLayoutVars>
      </dgm:prSet>
      <dgm:spPr/>
    </dgm:pt>
    <dgm:pt modelId="{40C3699E-1981-410E-B8C5-F34F8D189E1C}" type="pres">
      <dgm:prSet presAssocID="{D2522FD5-4387-4E85-B317-C4EFC7F0FA12}" presName="accent_1" presStyleCnt="0"/>
      <dgm:spPr/>
    </dgm:pt>
    <dgm:pt modelId="{70C14A36-BD86-417A-8068-CBDF294AE0E3}" type="pres">
      <dgm:prSet presAssocID="{D2522FD5-4387-4E85-B317-C4EFC7F0FA12}" presName="accentRepeatNode" presStyleLbl="solidFgAcc1" presStyleIdx="0" presStyleCnt="7"/>
      <dgm:spPr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</dgm:spPr>
    </dgm:pt>
    <dgm:pt modelId="{F0AF9F53-518A-486B-9CEC-0FC5C1FB7DB1}" type="pres">
      <dgm:prSet presAssocID="{DC2E6830-CCFD-4FEF-8384-7C55AA2415FD}" presName="text_2" presStyleLbl="node1" presStyleIdx="1" presStyleCnt="7">
        <dgm:presLayoutVars>
          <dgm:bulletEnabled val="1"/>
        </dgm:presLayoutVars>
      </dgm:prSet>
      <dgm:spPr/>
    </dgm:pt>
    <dgm:pt modelId="{A21C5B60-06BC-4E5C-8B41-E74FA9BF9973}" type="pres">
      <dgm:prSet presAssocID="{DC2E6830-CCFD-4FEF-8384-7C55AA2415FD}" presName="accent_2" presStyleCnt="0"/>
      <dgm:spPr/>
    </dgm:pt>
    <dgm:pt modelId="{2EEF84C9-9BAC-4707-ABB4-8A616B7D5FBA}" type="pres">
      <dgm:prSet presAssocID="{DC2E6830-CCFD-4FEF-8384-7C55AA2415FD}" presName="accentRepeatNode" presStyleLbl="solidFgAcc1" presStyleIdx="1" presStyleCnt="7"/>
      <dgm:spPr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</dgm:spPr>
    </dgm:pt>
    <dgm:pt modelId="{878BCA10-4CDA-4D2E-AF64-0BFDE91DE6B9}" type="pres">
      <dgm:prSet presAssocID="{BDB30D61-1AD1-4423-8DE7-BD7E2B71D2A4}" presName="text_3" presStyleLbl="node1" presStyleIdx="2" presStyleCnt="7">
        <dgm:presLayoutVars>
          <dgm:bulletEnabled val="1"/>
        </dgm:presLayoutVars>
      </dgm:prSet>
      <dgm:spPr/>
    </dgm:pt>
    <dgm:pt modelId="{FEF843E2-EF36-4AAF-960D-C148FB5EBFD8}" type="pres">
      <dgm:prSet presAssocID="{BDB30D61-1AD1-4423-8DE7-BD7E2B71D2A4}" presName="accent_3" presStyleCnt="0"/>
      <dgm:spPr/>
    </dgm:pt>
    <dgm:pt modelId="{4460B459-6884-4CF4-B4F4-F132FBD7C6C9}" type="pres">
      <dgm:prSet presAssocID="{BDB30D61-1AD1-4423-8DE7-BD7E2B71D2A4}" presName="accentRepeatNode" presStyleLbl="solidFgAcc1" presStyleIdx="2" presStyleCnt="7"/>
      <dgm:spPr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</dgm:spPr>
    </dgm:pt>
    <dgm:pt modelId="{2C3AB1A7-49F9-4ABA-9E96-9340863FBCD2}" type="pres">
      <dgm:prSet presAssocID="{9D3FED1B-6FC0-42DC-9936-A0E3A8F32B19}" presName="text_4" presStyleLbl="node1" presStyleIdx="3" presStyleCnt="7">
        <dgm:presLayoutVars>
          <dgm:bulletEnabled val="1"/>
        </dgm:presLayoutVars>
      </dgm:prSet>
      <dgm:spPr/>
    </dgm:pt>
    <dgm:pt modelId="{7012E0A9-B38A-41FF-A1BB-FFC7084B2CD7}" type="pres">
      <dgm:prSet presAssocID="{9D3FED1B-6FC0-42DC-9936-A0E3A8F32B19}" presName="accent_4" presStyleCnt="0"/>
      <dgm:spPr/>
    </dgm:pt>
    <dgm:pt modelId="{1A597B43-0736-454F-B38B-E3BEDC0E89D5}" type="pres">
      <dgm:prSet presAssocID="{9D3FED1B-6FC0-42DC-9936-A0E3A8F32B19}" presName="accentRepeatNode" presStyleLbl="solidFgAcc1" presStyleIdx="3" presStyleCnt="7"/>
      <dgm:spPr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</dgm:spPr>
    </dgm:pt>
    <dgm:pt modelId="{8811CF6E-538F-466D-A581-4FE1D7B028AF}" type="pres">
      <dgm:prSet presAssocID="{C8B04589-E6E7-4061-9068-BDD7610F89B9}" presName="text_5" presStyleLbl="node1" presStyleIdx="4" presStyleCnt="7">
        <dgm:presLayoutVars>
          <dgm:bulletEnabled val="1"/>
        </dgm:presLayoutVars>
      </dgm:prSet>
      <dgm:spPr/>
    </dgm:pt>
    <dgm:pt modelId="{D43B45A8-028E-4368-B916-077ABD0C94AF}" type="pres">
      <dgm:prSet presAssocID="{C8B04589-E6E7-4061-9068-BDD7610F89B9}" presName="accent_5" presStyleCnt="0"/>
      <dgm:spPr/>
    </dgm:pt>
    <dgm:pt modelId="{C77DC56F-7468-4F29-AA41-24BDE4A885FF}" type="pres">
      <dgm:prSet presAssocID="{C8B04589-E6E7-4061-9068-BDD7610F89B9}" presName="accentRepeatNode" presStyleLbl="solidFgAcc1" presStyleIdx="4" presStyleCnt="7"/>
      <dgm:spPr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</dgm:spPr>
    </dgm:pt>
    <dgm:pt modelId="{87EB9591-E319-42BF-B88F-A465BD6A6924}" type="pres">
      <dgm:prSet presAssocID="{6C7BF7E7-B47D-44E9-8C71-EC07E0EBB022}" presName="text_6" presStyleLbl="node1" presStyleIdx="5" presStyleCnt="7">
        <dgm:presLayoutVars>
          <dgm:bulletEnabled val="1"/>
        </dgm:presLayoutVars>
      </dgm:prSet>
      <dgm:spPr/>
    </dgm:pt>
    <dgm:pt modelId="{913FCADE-E38A-4C95-AC8B-AE93E7E6235F}" type="pres">
      <dgm:prSet presAssocID="{6C7BF7E7-B47D-44E9-8C71-EC07E0EBB022}" presName="accent_6" presStyleCnt="0"/>
      <dgm:spPr/>
    </dgm:pt>
    <dgm:pt modelId="{F187B359-A933-4371-8D42-540063C34F64}" type="pres">
      <dgm:prSet presAssocID="{6C7BF7E7-B47D-44E9-8C71-EC07E0EBB022}" presName="accentRepeatNode" presStyleLbl="solidFgAcc1" presStyleIdx="5" presStyleCnt="7"/>
      <dgm:spPr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</dgm:spPr>
    </dgm:pt>
    <dgm:pt modelId="{7460C587-D253-4CCA-AFD6-7F650510E9D1}" type="pres">
      <dgm:prSet presAssocID="{ABBD3ED3-8FEE-41F3-84D1-38769E3BCBFA}" presName="text_7" presStyleLbl="node1" presStyleIdx="6" presStyleCnt="7">
        <dgm:presLayoutVars>
          <dgm:bulletEnabled val="1"/>
        </dgm:presLayoutVars>
      </dgm:prSet>
      <dgm:spPr/>
    </dgm:pt>
    <dgm:pt modelId="{2B6A2D41-6835-47F0-8CCC-4CB65172DCE5}" type="pres">
      <dgm:prSet presAssocID="{ABBD3ED3-8FEE-41F3-84D1-38769E3BCBFA}" presName="accent_7" presStyleCnt="0"/>
      <dgm:spPr/>
    </dgm:pt>
    <dgm:pt modelId="{71EFC500-FE74-40DF-8BE9-4F0AD8C7D67D}" type="pres">
      <dgm:prSet presAssocID="{ABBD3ED3-8FEE-41F3-84D1-38769E3BCBFA}" presName="accentRepeatNode" presStyleLbl="solidFgAcc1" presStyleIdx="6" presStyleCnt="7"/>
      <dgm:spPr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</dgm:spPr>
    </dgm:pt>
  </dgm:ptLst>
  <dgm:cxnLst>
    <dgm:cxn modelId="{427CB210-CC23-49E1-9497-D758CB09D2F5}" type="presOf" srcId="{9D3FED1B-6FC0-42DC-9936-A0E3A8F32B19}" destId="{2C3AB1A7-49F9-4ABA-9E96-9340863FBCD2}" srcOrd="0" destOrd="0" presId="urn:microsoft.com/office/officeart/2008/layout/VerticalCurvedList"/>
    <dgm:cxn modelId="{17C83317-D7D9-462D-BFA0-402FE11AFC60}" srcId="{0E2DE923-E9E9-4AAF-982F-4A93EBB1810F}" destId="{ABBD3ED3-8FEE-41F3-84D1-38769E3BCBFA}" srcOrd="6" destOrd="0" parTransId="{A3E1555F-B810-49CC-94B7-07A0B96374EF}" sibTransId="{324BDFE9-F962-4EB5-B8C1-938F6BF01A34}"/>
    <dgm:cxn modelId="{72EF7434-5288-4F32-BE2C-9942C6DCD38A}" srcId="{0E2DE923-E9E9-4AAF-982F-4A93EBB1810F}" destId="{1B297311-9804-4F72-B60F-A227FB94440D}" srcOrd="8" destOrd="0" parTransId="{D1B96A4E-0B35-492B-9EC2-E0DC6BD51D27}" sibTransId="{471577EE-154D-4624-BC0D-30977B785F15}"/>
    <dgm:cxn modelId="{E8F46936-E843-42B6-B548-C6DC61F03F63}" srcId="{0E2DE923-E9E9-4AAF-982F-4A93EBB1810F}" destId="{D2522FD5-4387-4E85-B317-C4EFC7F0FA12}" srcOrd="0" destOrd="0" parTransId="{44CBCB2D-EFA2-4C0F-ABEB-6A98124D7BA4}" sibTransId="{2FE741A8-B178-45E0-A117-29B719B6A6C7}"/>
    <dgm:cxn modelId="{717C9888-A48F-452C-AEA7-3555155CCC34}" type="presOf" srcId="{6C7BF7E7-B47D-44E9-8C71-EC07E0EBB022}" destId="{87EB9591-E319-42BF-B88F-A465BD6A6924}" srcOrd="0" destOrd="0" presId="urn:microsoft.com/office/officeart/2008/layout/VerticalCurvedList"/>
    <dgm:cxn modelId="{C53E028A-8186-4462-B199-26460745110C}" srcId="{0E2DE923-E9E9-4AAF-982F-4A93EBB1810F}" destId="{2D5DA034-C71F-4056-8CE2-697F17CADC6B}" srcOrd="9" destOrd="0" parTransId="{12BCFD43-00B3-4DD5-8714-219581ABC150}" sibTransId="{7952C6B5-406A-4635-BBFB-3D2963D13B9B}"/>
    <dgm:cxn modelId="{FF61918B-4513-4FFB-88BF-205E7F7F8C27}" type="presOf" srcId="{ABBD3ED3-8FEE-41F3-84D1-38769E3BCBFA}" destId="{7460C587-D253-4CCA-AFD6-7F650510E9D1}" srcOrd="0" destOrd="0" presId="urn:microsoft.com/office/officeart/2008/layout/VerticalCurvedList"/>
    <dgm:cxn modelId="{EB17738D-DD55-430D-8C73-B9A04B4267E0}" type="presOf" srcId="{C8B04589-E6E7-4061-9068-BDD7610F89B9}" destId="{8811CF6E-538F-466D-A581-4FE1D7B028AF}" srcOrd="0" destOrd="0" presId="urn:microsoft.com/office/officeart/2008/layout/VerticalCurvedList"/>
    <dgm:cxn modelId="{3826A793-F520-41D9-B8D1-65CBC0984D17}" srcId="{0E2DE923-E9E9-4AAF-982F-4A93EBB1810F}" destId="{6C7BF7E7-B47D-44E9-8C71-EC07E0EBB022}" srcOrd="5" destOrd="0" parTransId="{1273BEE5-D667-4A56-AD65-0766D3EA18E3}" sibTransId="{9072DE2B-F1EB-45BA-8130-4D3BCCFC68D6}"/>
    <dgm:cxn modelId="{1C181598-59E9-4720-B766-F605785B33FD}" type="presOf" srcId="{D2522FD5-4387-4E85-B317-C4EFC7F0FA12}" destId="{8F90D6EA-4D71-4002-B56D-1C249D9ECC3C}" srcOrd="0" destOrd="0" presId="urn:microsoft.com/office/officeart/2008/layout/VerticalCurvedList"/>
    <dgm:cxn modelId="{A7CD16A3-0314-41FF-ACA9-FAA7DF698EB6}" srcId="{0E2DE923-E9E9-4AAF-982F-4A93EBB1810F}" destId="{C8B04589-E6E7-4061-9068-BDD7610F89B9}" srcOrd="4" destOrd="0" parTransId="{C5E78849-56C8-4BC9-BF88-8BB10A706750}" sibTransId="{E7570DDE-373A-4BC8-AE89-B8D016BD31AE}"/>
    <dgm:cxn modelId="{50230EA6-BA8C-482B-877E-32E07780C4A1}" type="presOf" srcId="{DC2E6830-CCFD-4FEF-8384-7C55AA2415FD}" destId="{F0AF9F53-518A-486B-9CEC-0FC5C1FB7DB1}" srcOrd="0" destOrd="0" presId="urn:microsoft.com/office/officeart/2008/layout/VerticalCurvedList"/>
    <dgm:cxn modelId="{BFDD35C0-25F9-458E-ABD9-9019BC7958D4}" srcId="{0E2DE923-E9E9-4AAF-982F-4A93EBB1810F}" destId="{9D3FED1B-6FC0-42DC-9936-A0E3A8F32B19}" srcOrd="3" destOrd="0" parTransId="{936622C8-59FE-4C7B-ABA8-6C1E8CB6936E}" sibTransId="{089F464D-7D53-4A58-855D-3FF7F0BA47C1}"/>
    <dgm:cxn modelId="{4B2EBBCE-065F-4F29-8F87-6F2C72E364D5}" type="presOf" srcId="{BDB30D61-1AD1-4423-8DE7-BD7E2B71D2A4}" destId="{878BCA10-4CDA-4D2E-AF64-0BFDE91DE6B9}" srcOrd="0" destOrd="0" presId="urn:microsoft.com/office/officeart/2008/layout/VerticalCurvedList"/>
    <dgm:cxn modelId="{8FB79BD5-7A29-4CC6-B786-E5267F47ED02}" srcId="{0E2DE923-E9E9-4AAF-982F-4A93EBB1810F}" destId="{BDB30D61-1AD1-4423-8DE7-BD7E2B71D2A4}" srcOrd="2" destOrd="0" parTransId="{15690071-9222-47DB-8E11-A168DC54F6FF}" sibTransId="{EF460AC1-D520-4460-A983-623D99CD439E}"/>
    <dgm:cxn modelId="{3C293FD8-53D1-47A4-9305-ADFB5A5859C5}" type="presOf" srcId="{2FE741A8-B178-45E0-A117-29B719B6A6C7}" destId="{B09BF140-3F2B-4DDF-827E-E90FBD9BABCF}" srcOrd="0" destOrd="0" presId="urn:microsoft.com/office/officeart/2008/layout/VerticalCurvedList"/>
    <dgm:cxn modelId="{DF8193D8-FFFB-445E-8D83-2D13BDD844C3}" type="presOf" srcId="{0E2DE923-E9E9-4AAF-982F-4A93EBB1810F}" destId="{8A1DD52E-330B-4645-BDC4-A156E53C7E53}" srcOrd="0" destOrd="0" presId="urn:microsoft.com/office/officeart/2008/layout/VerticalCurvedList"/>
    <dgm:cxn modelId="{8945F5DD-8B62-4BB5-8765-4DFAA64797C1}" srcId="{0E2DE923-E9E9-4AAF-982F-4A93EBB1810F}" destId="{AE97A27A-65BC-428A-9EFA-9C0CEE6A032B}" srcOrd="7" destOrd="0" parTransId="{A9F9E139-A121-4B69-843C-42471BE084B6}" sibTransId="{DD1B698E-D721-4855-AE03-6E9591AF08BD}"/>
    <dgm:cxn modelId="{D5ABC0DE-B8CD-4C2B-A26F-86FAB4A14966}" srcId="{0E2DE923-E9E9-4AAF-982F-4A93EBB1810F}" destId="{DC2E6830-CCFD-4FEF-8384-7C55AA2415FD}" srcOrd="1" destOrd="0" parTransId="{DB04FFC9-B19C-4A30-BA4D-FD11008592BC}" sibTransId="{FC91236C-0029-4E2D-8C25-45D69C6DBE9B}"/>
    <dgm:cxn modelId="{A066F8BF-61D8-4DB7-ADDE-4E054E2C5B7A}" type="presParOf" srcId="{8A1DD52E-330B-4645-BDC4-A156E53C7E53}" destId="{A9BF5AD4-7F17-4B7C-9C5E-7550B7581EDB}" srcOrd="0" destOrd="0" presId="urn:microsoft.com/office/officeart/2008/layout/VerticalCurvedList"/>
    <dgm:cxn modelId="{F230ABEB-2A37-4CF9-8AE6-1CDD602FCF16}" type="presParOf" srcId="{A9BF5AD4-7F17-4B7C-9C5E-7550B7581EDB}" destId="{2D5E09B0-69CE-4ACC-8D86-A70C1A8931BD}" srcOrd="0" destOrd="0" presId="urn:microsoft.com/office/officeart/2008/layout/VerticalCurvedList"/>
    <dgm:cxn modelId="{4F63D913-420F-45E9-BA32-5ED4DB18058E}" type="presParOf" srcId="{2D5E09B0-69CE-4ACC-8D86-A70C1A8931BD}" destId="{CC21B6E5-6DC5-4622-9B50-A2630BD38CAB}" srcOrd="0" destOrd="0" presId="urn:microsoft.com/office/officeart/2008/layout/VerticalCurvedList"/>
    <dgm:cxn modelId="{B44812A0-CFB3-4447-B8A9-B91183C10E18}" type="presParOf" srcId="{2D5E09B0-69CE-4ACC-8D86-A70C1A8931BD}" destId="{B09BF140-3F2B-4DDF-827E-E90FBD9BABCF}" srcOrd="1" destOrd="0" presId="urn:microsoft.com/office/officeart/2008/layout/VerticalCurvedList"/>
    <dgm:cxn modelId="{2C371D64-C55F-4F82-A856-678829B8A93C}" type="presParOf" srcId="{2D5E09B0-69CE-4ACC-8D86-A70C1A8931BD}" destId="{D071C36E-27AB-4E4F-9766-B2FAD041520C}" srcOrd="2" destOrd="0" presId="urn:microsoft.com/office/officeart/2008/layout/VerticalCurvedList"/>
    <dgm:cxn modelId="{6481091C-508E-4910-91B1-F0DDB859BADA}" type="presParOf" srcId="{2D5E09B0-69CE-4ACC-8D86-A70C1A8931BD}" destId="{B057B59A-4074-41B0-9F20-43BA8526D7C0}" srcOrd="3" destOrd="0" presId="urn:microsoft.com/office/officeart/2008/layout/VerticalCurvedList"/>
    <dgm:cxn modelId="{38BD9E82-A746-4449-9B10-275494FD02D3}" type="presParOf" srcId="{A9BF5AD4-7F17-4B7C-9C5E-7550B7581EDB}" destId="{8F90D6EA-4D71-4002-B56D-1C249D9ECC3C}" srcOrd="1" destOrd="0" presId="urn:microsoft.com/office/officeart/2008/layout/VerticalCurvedList"/>
    <dgm:cxn modelId="{BF71D8EC-B287-4626-ADF2-C462F02D7967}" type="presParOf" srcId="{A9BF5AD4-7F17-4B7C-9C5E-7550B7581EDB}" destId="{40C3699E-1981-410E-B8C5-F34F8D189E1C}" srcOrd="2" destOrd="0" presId="urn:microsoft.com/office/officeart/2008/layout/VerticalCurvedList"/>
    <dgm:cxn modelId="{15FC390E-3151-4562-BB7E-92772936D358}" type="presParOf" srcId="{40C3699E-1981-410E-B8C5-F34F8D189E1C}" destId="{70C14A36-BD86-417A-8068-CBDF294AE0E3}" srcOrd="0" destOrd="0" presId="urn:microsoft.com/office/officeart/2008/layout/VerticalCurvedList"/>
    <dgm:cxn modelId="{74B7CCAA-B882-4CD6-B8BF-3BEBC2463B60}" type="presParOf" srcId="{A9BF5AD4-7F17-4B7C-9C5E-7550B7581EDB}" destId="{F0AF9F53-518A-486B-9CEC-0FC5C1FB7DB1}" srcOrd="3" destOrd="0" presId="urn:microsoft.com/office/officeart/2008/layout/VerticalCurvedList"/>
    <dgm:cxn modelId="{F5394F7B-8220-4C78-8916-7F574278BCD2}" type="presParOf" srcId="{A9BF5AD4-7F17-4B7C-9C5E-7550B7581EDB}" destId="{A21C5B60-06BC-4E5C-8B41-E74FA9BF9973}" srcOrd="4" destOrd="0" presId="urn:microsoft.com/office/officeart/2008/layout/VerticalCurvedList"/>
    <dgm:cxn modelId="{868AB8DE-ADA8-43AE-918D-2A9060DD1DD6}" type="presParOf" srcId="{A21C5B60-06BC-4E5C-8B41-E74FA9BF9973}" destId="{2EEF84C9-9BAC-4707-ABB4-8A616B7D5FBA}" srcOrd="0" destOrd="0" presId="urn:microsoft.com/office/officeart/2008/layout/VerticalCurvedList"/>
    <dgm:cxn modelId="{B2B4C7D1-0CEA-4F92-992B-5226D1C36E8B}" type="presParOf" srcId="{A9BF5AD4-7F17-4B7C-9C5E-7550B7581EDB}" destId="{878BCA10-4CDA-4D2E-AF64-0BFDE91DE6B9}" srcOrd="5" destOrd="0" presId="urn:microsoft.com/office/officeart/2008/layout/VerticalCurvedList"/>
    <dgm:cxn modelId="{0865CA3F-B825-416D-A205-C2F971654F1B}" type="presParOf" srcId="{A9BF5AD4-7F17-4B7C-9C5E-7550B7581EDB}" destId="{FEF843E2-EF36-4AAF-960D-C148FB5EBFD8}" srcOrd="6" destOrd="0" presId="urn:microsoft.com/office/officeart/2008/layout/VerticalCurvedList"/>
    <dgm:cxn modelId="{94CCAB53-3040-4410-B1AA-1700988A4847}" type="presParOf" srcId="{FEF843E2-EF36-4AAF-960D-C148FB5EBFD8}" destId="{4460B459-6884-4CF4-B4F4-F132FBD7C6C9}" srcOrd="0" destOrd="0" presId="urn:microsoft.com/office/officeart/2008/layout/VerticalCurvedList"/>
    <dgm:cxn modelId="{CD2A9D83-AFBF-49C2-ADF3-EFB31729546E}" type="presParOf" srcId="{A9BF5AD4-7F17-4B7C-9C5E-7550B7581EDB}" destId="{2C3AB1A7-49F9-4ABA-9E96-9340863FBCD2}" srcOrd="7" destOrd="0" presId="urn:microsoft.com/office/officeart/2008/layout/VerticalCurvedList"/>
    <dgm:cxn modelId="{83C02B07-4823-4325-AA3D-7CD32B03DB96}" type="presParOf" srcId="{A9BF5AD4-7F17-4B7C-9C5E-7550B7581EDB}" destId="{7012E0A9-B38A-41FF-A1BB-FFC7084B2CD7}" srcOrd="8" destOrd="0" presId="urn:microsoft.com/office/officeart/2008/layout/VerticalCurvedList"/>
    <dgm:cxn modelId="{DDC4C457-2BD4-4E7A-919C-F976918282E1}" type="presParOf" srcId="{7012E0A9-B38A-41FF-A1BB-FFC7084B2CD7}" destId="{1A597B43-0736-454F-B38B-E3BEDC0E89D5}" srcOrd="0" destOrd="0" presId="urn:microsoft.com/office/officeart/2008/layout/VerticalCurvedList"/>
    <dgm:cxn modelId="{6CCA6312-9EBD-4012-9438-C6DC18B8DFA5}" type="presParOf" srcId="{A9BF5AD4-7F17-4B7C-9C5E-7550B7581EDB}" destId="{8811CF6E-538F-466D-A581-4FE1D7B028AF}" srcOrd="9" destOrd="0" presId="urn:microsoft.com/office/officeart/2008/layout/VerticalCurvedList"/>
    <dgm:cxn modelId="{EAB234EC-D3AB-41C4-8A8C-24ABC8351ECB}" type="presParOf" srcId="{A9BF5AD4-7F17-4B7C-9C5E-7550B7581EDB}" destId="{D43B45A8-028E-4368-B916-077ABD0C94AF}" srcOrd="10" destOrd="0" presId="urn:microsoft.com/office/officeart/2008/layout/VerticalCurvedList"/>
    <dgm:cxn modelId="{D4A853BE-CC3E-4298-9206-0AE9485BFB7E}" type="presParOf" srcId="{D43B45A8-028E-4368-B916-077ABD0C94AF}" destId="{C77DC56F-7468-4F29-AA41-24BDE4A885FF}" srcOrd="0" destOrd="0" presId="urn:microsoft.com/office/officeart/2008/layout/VerticalCurvedList"/>
    <dgm:cxn modelId="{8BEDD624-C7D4-44F8-8897-01E3413BE0ED}" type="presParOf" srcId="{A9BF5AD4-7F17-4B7C-9C5E-7550B7581EDB}" destId="{87EB9591-E319-42BF-B88F-A465BD6A6924}" srcOrd="11" destOrd="0" presId="urn:microsoft.com/office/officeart/2008/layout/VerticalCurvedList"/>
    <dgm:cxn modelId="{9E23A2D9-88F0-4DAC-9856-E6B224A5F1DB}" type="presParOf" srcId="{A9BF5AD4-7F17-4B7C-9C5E-7550B7581EDB}" destId="{913FCADE-E38A-4C95-AC8B-AE93E7E6235F}" srcOrd="12" destOrd="0" presId="urn:microsoft.com/office/officeart/2008/layout/VerticalCurvedList"/>
    <dgm:cxn modelId="{7599786E-5FEB-405E-88D8-2EA790818DE9}" type="presParOf" srcId="{913FCADE-E38A-4C95-AC8B-AE93E7E6235F}" destId="{F187B359-A933-4371-8D42-540063C34F64}" srcOrd="0" destOrd="0" presId="urn:microsoft.com/office/officeart/2008/layout/VerticalCurvedList"/>
    <dgm:cxn modelId="{BB3D87D1-1755-4795-8D54-0553CE90C587}" type="presParOf" srcId="{A9BF5AD4-7F17-4B7C-9C5E-7550B7581EDB}" destId="{7460C587-D253-4CCA-AFD6-7F650510E9D1}" srcOrd="13" destOrd="0" presId="urn:microsoft.com/office/officeart/2008/layout/VerticalCurvedList"/>
    <dgm:cxn modelId="{990C0E28-A024-48F0-BE13-FCC8D5FBD580}" type="presParOf" srcId="{A9BF5AD4-7F17-4B7C-9C5E-7550B7581EDB}" destId="{2B6A2D41-6835-47F0-8CCC-4CB65172DCE5}" srcOrd="14" destOrd="0" presId="urn:microsoft.com/office/officeart/2008/layout/VerticalCurvedList"/>
    <dgm:cxn modelId="{DC503656-14C4-4BC0-9AD0-145C6EEEF20D}" type="presParOf" srcId="{2B6A2D41-6835-47F0-8CCC-4CB65172DCE5}" destId="{71EFC500-FE74-40DF-8BE9-4F0AD8C7D67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427532-6E03-4312-B583-8C00D7B2E88B}" type="doc">
      <dgm:prSet loTypeId="urn:microsoft.com/office/officeart/2005/8/layout/hProcess1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C626F21B-1E64-4AA6-AEDF-8026118734D2}">
      <dgm:prSet custT="1"/>
      <dgm:spPr/>
      <dgm:t>
        <a:bodyPr/>
        <a:lstStyle/>
        <a:p>
          <a:pPr algn="ctr"/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1: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Data collection and preprocessing completion.</a:t>
          </a:r>
        </a:p>
      </dgm:t>
    </dgm:pt>
    <dgm:pt modelId="{7BEFAC6A-31BA-4139-BCFF-172CACD99488}" type="parTrans" cxnId="{1DE86E9B-15BF-49FB-9E8C-44AEEE7EC5EF}">
      <dgm:prSet/>
      <dgm:spPr/>
      <dgm:t>
        <a:bodyPr/>
        <a:lstStyle/>
        <a:p>
          <a:endParaRPr lang="en-US"/>
        </a:p>
      </dgm:t>
    </dgm:pt>
    <dgm:pt modelId="{9EEA1C96-38A7-419C-A0F1-3FE357DD8003}" type="sibTrans" cxnId="{1DE86E9B-15BF-49FB-9E8C-44AEEE7EC5EF}">
      <dgm:prSet/>
      <dgm:spPr/>
      <dgm:t>
        <a:bodyPr/>
        <a:lstStyle/>
        <a:p>
          <a:endParaRPr lang="en-US"/>
        </a:p>
      </dgm:t>
    </dgm:pt>
    <dgm:pt modelId="{3181AEC9-C535-4EDD-B491-4E2E90A145D5}">
      <dgm:prSet custT="1"/>
      <dgm:spPr/>
      <dgm:t>
        <a:bodyPr/>
        <a:lstStyle/>
        <a:p>
          <a:pPr algn="ctr"/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2: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Successful feature extraction from resume text.</a:t>
          </a:r>
        </a:p>
      </dgm:t>
    </dgm:pt>
    <dgm:pt modelId="{E4F7A026-834F-4499-A2C3-247F5E965224}" type="parTrans" cxnId="{F113C73E-D734-4BE8-B009-DB4C3A5854DE}">
      <dgm:prSet/>
      <dgm:spPr/>
      <dgm:t>
        <a:bodyPr/>
        <a:lstStyle/>
        <a:p>
          <a:endParaRPr lang="en-US"/>
        </a:p>
      </dgm:t>
    </dgm:pt>
    <dgm:pt modelId="{B51ECE63-8256-4AC2-99B0-0E343FE49538}" type="sibTrans" cxnId="{F113C73E-D734-4BE8-B009-DB4C3A5854DE}">
      <dgm:prSet/>
      <dgm:spPr/>
      <dgm:t>
        <a:bodyPr/>
        <a:lstStyle/>
        <a:p>
          <a:endParaRPr lang="en-US"/>
        </a:p>
      </dgm:t>
    </dgm:pt>
    <dgm:pt modelId="{94DDAA91-AA02-497A-A03E-66FA62AC23CB}">
      <dgm:prSet custT="1"/>
      <dgm:spPr/>
      <dgm:t>
        <a:bodyPr/>
        <a:lstStyle/>
        <a:p>
          <a:pPr algn="ctr"/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3: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Initial model development and testing.</a:t>
          </a:r>
        </a:p>
      </dgm:t>
    </dgm:pt>
    <dgm:pt modelId="{786A8386-B688-4A71-B559-DAA5888FAB63}" type="parTrans" cxnId="{4B10EC23-5BEC-4A0E-8E7A-5CD5E14CE83B}">
      <dgm:prSet/>
      <dgm:spPr/>
      <dgm:t>
        <a:bodyPr/>
        <a:lstStyle/>
        <a:p>
          <a:endParaRPr lang="en-US"/>
        </a:p>
      </dgm:t>
    </dgm:pt>
    <dgm:pt modelId="{48F5B8FF-4567-4CCC-9B9C-5EC5E4277CAA}" type="sibTrans" cxnId="{4B10EC23-5BEC-4A0E-8E7A-5CD5E14CE83B}">
      <dgm:prSet/>
      <dgm:spPr/>
      <dgm:t>
        <a:bodyPr/>
        <a:lstStyle/>
        <a:p>
          <a:endParaRPr lang="en-US"/>
        </a:p>
      </dgm:t>
    </dgm:pt>
    <dgm:pt modelId="{EB5DF292-3D99-48B0-AC84-1DA2D9A7B29F}">
      <dgm:prSet custT="1"/>
      <dgm:spPr/>
      <dgm:t>
        <a:bodyPr/>
        <a:lstStyle/>
        <a:p>
          <a:pPr algn="ctr"/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4: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UI development with resume upload feature.</a:t>
          </a:r>
        </a:p>
      </dgm:t>
    </dgm:pt>
    <dgm:pt modelId="{A757F626-8DA5-4D02-AE29-97AD39FBA62E}" type="parTrans" cxnId="{C88FB502-306C-42E5-8035-50817A404243}">
      <dgm:prSet/>
      <dgm:spPr/>
      <dgm:t>
        <a:bodyPr/>
        <a:lstStyle/>
        <a:p>
          <a:endParaRPr lang="en-US"/>
        </a:p>
      </dgm:t>
    </dgm:pt>
    <dgm:pt modelId="{5B607FFE-400E-4EEB-A751-ED6872EAAB76}" type="sibTrans" cxnId="{C88FB502-306C-42E5-8035-50817A404243}">
      <dgm:prSet/>
      <dgm:spPr/>
      <dgm:t>
        <a:bodyPr/>
        <a:lstStyle/>
        <a:p>
          <a:endParaRPr lang="en-US"/>
        </a:p>
      </dgm:t>
    </dgm:pt>
    <dgm:pt modelId="{BFDE5CE7-1EE2-49C7-93FE-AE19922A8506}">
      <dgm:prSet custT="1"/>
      <dgm:spPr/>
      <dgm:t>
        <a:bodyPr/>
        <a:lstStyle/>
        <a:p>
          <a:pPr algn="ctr"/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5: 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Full system integration and testing.</a:t>
          </a:r>
        </a:p>
      </dgm:t>
    </dgm:pt>
    <dgm:pt modelId="{989C8B87-BAC0-42C1-950E-21857F43AAC3}" type="parTrans" cxnId="{22CDBDA5-F380-4294-94F6-FEF49AB058AB}">
      <dgm:prSet/>
      <dgm:spPr/>
      <dgm:t>
        <a:bodyPr/>
        <a:lstStyle/>
        <a:p>
          <a:endParaRPr lang="en-US"/>
        </a:p>
      </dgm:t>
    </dgm:pt>
    <dgm:pt modelId="{5DD149C6-D54F-4F42-BC26-2DFE405183E5}" type="sibTrans" cxnId="{22CDBDA5-F380-4294-94F6-FEF49AB058AB}">
      <dgm:prSet/>
      <dgm:spPr/>
      <dgm:t>
        <a:bodyPr/>
        <a:lstStyle/>
        <a:p>
          <a:endParaRPr lang="en-US"/>
        </a:p>
      </dgm:t>
    </dgm:pt>
    <dgm:pt modelId="{1A27100F-F3CC-44A7-9FD0-8B0D70A2BF69}">
      <dgm:prSet custT="1"/>
      <dgm:spPr/>
      <dgm:t>
        <a:bodyPr/>
        <a:lstStyle/>
        <a:p>
          <a:pPr algn="ctr"/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6: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Final evaluation and presentation. </a:t>
          </a:r>
        </a:p>
      </dgm:t>
    </dgm:pt>
    <dgm:pt modelId="{E49BBBAE-EF7C-43AC-92EC-A6F31D2A0E9F}" type="parTrans" cxnId="{13AD0FAE-BC3B-47B1-8EC7-EF63E21A873D}">
      <dgm:prSet/>
      <dgm:spPr/>
      <dgm:t>
        <a:bodyPr/>
        <a:lstStyle/>
        <a:p>
          <a:endParaRPr lang="en-US"/>
        </a:p>
      </dgm:t>
    </dgm:pt>
    <dgm:pt modelId="{54DCF25E-C796-4BEA-B432-DA11EC060522}" type="sibTrans" cxnId="{13AD0FAE-BC3B-47B1-8EC7-EF63E21A873D}">
      <dgm:prSet/>
      <dgm:spPr/>
      <dgm:t>
        <a:bodyPr/>
        <a:lstStyle/>
        <a:p>
          <a:endParaRPr lang="en-US"/>
        </a:p>
      </dgm:t>
    </dgm:pt>
    <dgm:pt modelId="{559FCEA0-8DC4-47CA-B33C-D1BAFDCF8909}" type="pres">
      <dgm:prSet presAssocID="{E6427532-6E03-4312-B583-8C00D7B2E88B}" presName="Name0" presStyleCnt="0">
        <dgm:presLayoutVars>
          <dgm:dir/>
          <dgm:resizeHandles val="exact"/>
        </dgm:presLayoutVars>
      </dgm:prSet>
      <dgm:spPr/>
    </dgm:pt>
    <dgm:pt modelId="{EC28E5FC-2F93-45B7-AF8B-5D4BE8E64AD9}" type="pres">
      <dgm:prSet presAssocID="{E6427532-6E03-4312-B583-8C00D7B2E88B}" presName="arrow" presStyleLbl="bgShp" presStyleIdx="0" presStyleCnt="1" custScaleX="99384" custScaleY="81858"/>
      <dgm:spPr>
        <a:solidFill>
          <a:schemeClr val="accent6">
            <a:lumMod val="40000"/>
            <a:lumOff val="60000"/>
          </a:schemeClr>
        </a:solidFill>
      </dgm:spPr>
    </dgm:pt>
    <dgm:pt modelId="{375EA378-E6E8-4A83-80EA-75F075E69FC6}" type="pres">
      <dgm:prSet presAssocID="{E6427532-6E03-4312-B583-8C00D7B2E88B}" presName="points" presStyleCnt="0"/>
      <dgm:spPr/>
    </dgm:pt>
    <dgm:pt modelId="{EB975534-EAA1-453C-B942-FE11BBD57452}" type="pres">
      <dgm:prSet presAssocID="{C626F21B-1E64-4AA6-AEDF-8026118734D2}" presName="compositeA" presStyleCnt="0"/>
      <dgm:spPr/>
    </dgm:pt>
    <dgm:pt modelId="{EEC60ADB-C7D3-4B16-8529-99E63B6B2A04}" type="pres">
      <dgm:prSet presAssocID="{C626F21B-1E64-4AA6-AEDF-8026118734D2}" presName="textA" presStyleLbl="revTx" presStyleIdx="0" presStyleCnt="6" custScaleX="133101" custLinFactNeighborX="2878">
        <dgm:presLayoutVars>
          <dgm:bulletEnabled val="1"/>
        </dgm:presLayoutVars>
      </dgm:prSet>
      <dgm:spPr/>
    </dgm:pt>
    <dgm:pt modelId="{EF1A86B8-596B-4A7D-8D55-1D7CAEE33E4C}" type="pres">
      <dgm:prSet presAssocID="{C626F21B-1E64-4AA6-AEDF-8026118734D2}" presName="circleA" presStyleLbl="node1" presStyleIdx="0" presStyleCnt="6" custScaleX="99384"/>
      <dgm:spPr/>
    </dgm:pt>
    <dgm:pt modelId="{9A8F7013-C5DE-419F-81A2-5776E2AABC39}" type="pres">
      <dgm:prSet presAssocID="{C626F21B-1E64-4AA6-AEDF-8026118734D2}" presName="spaceA" presStyleCnt="0"/>
      <dgm:spPr/>
    </dgm:pt>
    <dgm:pt modelId="{4F7319C7-312F-40D8-846A-E436324375A2}" type="pres">
      <dgm:prSet presAssocID="{9EEA1C96-38A7-419C-A0F1-3FE357DD8003}" presName="space" presStyleCnt="0"/>
      <dgm:spPr/>
    </dgm:pt>
    <dgm:pt modelId="{37EAD8E2-0BFD-4CEA-9DD4-ECFCECE781D9}" type="pres">
      <dgm:prSet presAssocID="{3181AEC9-C535-4EDD-B491-4E2E90A145D5}" presName="compositeB" presStyleCnt="0"/>
      <dgm:spPr/>
    </dgm:pt>
    <dgm:pt modelId="{85876CF3-0FED-4F1D-8E31-68635D14A5D4}" type="pres">
      <dgm:prSet presAssocID="{3181AEC9-C535-4EDD-B491-4E2E90A145D5}" presName="textB" presStyleLbl="revTx" presStyleIdx="1" presStyleCnt="6" custScaleX="134369" custLinFactNeighborX="2878">
        <dgm:presLayoutVars>
          <dgm:bulletEnabled val="1"/>
        </dgm:presLayoutVars>
      </dgm:prSet>
      <dgm:spPr/>
    </dgm:pt>
    <dgm:pt modelId="{4DB50AD7-D264-4349-ABE3-BFCC5C98F087}" type="pres">
      <dgm:prSet presAssocID="{3181AEC9-C535-4EDD-B491-4E2E90A145D5}" presName="circleB" presStyleLbl="node1" presStyleIdx="1" presStyleCnt="6" custScaleX="99384"/>
      <dgm:spPr/>
    </dgm:pt>
    <dgm:pt modelId="{48FA8385-3B56-463C-91E4-82D612B926F5}" type="pres">
      <dgm:prSet presAssocID="{3181AEC9-C535-4EDD-B491-4E2E90A145D5}" presName="spaceB" presStyleCnt="0"/>
      <dgm:spPr/>
    </dgm:pt>
    <dgm:pt modelId="{15026A7B-1154-4F94-B387-D48CE5336800}" type="pres">
      <dgm:prSet presAssocID="{B51ECE63-8256-4AC2-99B0-0E343FE49538}" presName="space" presStyleCnt="0"/>
      <dgm:spPr/>
    </dgm:pt>
    <dgm:pt modelId="{EAD88147-666C-4D69-BE79-6EF63A8EDE58}" type="pres">
      <dgm:prSet presAssocID="{94DDAA91-AA02-497A-A03E-66FA62AC23CB}" presName="compositeA" presStyleCnt="0"/>
      <dgm:spPr/>
    </dgm:pt>
    <dgm:pt modelId="{E1332DFA-4948-4EEA-9E2F-EB4E12BDFC96}" type="pres">
      <dgm:prSet presAssocID="{94DDAA91-AA02-497A-A03E-66FA62AC23CB}" presName="textA" presStyleLbl="revTx" presStyleIdx="2" presStyleCnt="6" custScaleX="131610" custLinFactNeighborX="2878">
        <dgm:presLayoutVars>
          <dgm:bulletEnabled val="1"/>
        </dgm:presLayoutVars>
      </dgm:prSet>
      <dgm:spPr/>
    </dgm:pt>
    <dgm:pt modelId="{90407B1F-6C79-45E7-BE5D-AEB4C2C28082}" type="pres">
      <dgm:prSet presAssocID="{94DDAA91-AA02-497A-A03E-66FA62AC23CB}" presName="circleA" presStyleLbl="node1" presStyleIdx="2" presStyleCnt="6" custScaleX="99384"/>
      <dgm:spPr/>
    </dgm:pt>
    <dgm:pt modelId="{09399182-1ACA-409A-A817-AAB161A50797}" type="pres">
      <dgm:prSet presAssocID="{94DDAA91-AA02-497A-A03E-66FA62AC23CB}" presName="spaceA" presStyleCnt="0"/>
      <dgm:spPr/>
    </dgm:pt>
    <dgm:pt modelId="{68C3F5B6-7908-40A3-BCF8-6A3AC4843950}" type="pres">
      <dgm:prSet presAssocID="{48F5B8FF-4567-4CCC-9B9C-5EC5E4277CAA}" presName="space" presStyleCnt="0"/>
      <dgm:spPr/>
    </dgm:pt>
    <dgm:pt modelId="{53144879-E663-44C8-90ED-C0521FEC2BD9}" type="pres">
      <dgm:prSet presAssocID="{EB5DF292-3D99-48B0-AC84-1DA2D9A7B29F}" presName="compositeB" presStyleCnt="0"/>
      <dgm:spPr/>
    </dgm:pt>
    <dgm:pt modelId="{9C2F3FBC-3993-4E09-9565-B9E1EA998174}" type="pres">
      <dgm:prSet presAssocID="{EB5DF292-3D99-48B0-AC84-1DA2D9A7B29F}" presName="textB" presStyleLbl="revTx" presStyleIdx="3" presStyleCnt="6" custScaleX="136813" custLinFactNeighborX="2878">
        <dgm:presLayoutVars>
          <dgm:bulletEnabled val="1"/>
        </dgm:presLayoutVars>
      </dgm:prSet>
      <dgm:spPr/>
    </dgm:pt>
    <dgm:pt modelId="{1AC11E0E-CFFB-4914-81C7-136EA2E12A8E}" type="pres">
      <dgm:prSet presAssocID="{EB5DF292-3D99-48B0-AC84-1DA2D9A7B29F}" presName="circleB" presStyleLbl="node1" presStyleIdx="3" presStyleCnt="6" custScaleX="99384"/>
      <dgm:spPr/>
    </dgm:pt>
    <dgm:pt modelId="{72D377C9-4A58-4CCC-858C-FD8F77B36E4F}" type="pres">
      <dgm:prSet presAssocID="{EB5DF292-3D99-48B0-AC84-1DA2D9A7B29F}" presName="spaceB" presStyleCnt="0"/>
      <dgm:spPr/>
    </dgm:pt>
    <dgm:pt modelId="{8E4E8367-E97C-4521-80FE-BFC722CCCF29}" type="pres">
      <dgm:prSet presAssocID="{5B607FFE-400E-4EEB-A751-ED6872EAAB76}" presName="space" presStyleCnt="0"/>
      <dgm:spPr/>
    </dgm:pt>
    <dgm:pt modelId="{5E2D8146-F79C-44B9-9116-D11F706B57BB}" type="pres">
      <dgm:prSet presAssocID="{BFDE5CE7-1EE2-49C7-93FE-AE19922A8506}" presName="compositeA" presStyleCnt="0"/>
      <dgm:spPr/>
    </dgm:pt>
    <dgm:pt modelId="{4A8A33C5-F434-49ED-BE3E-11A391A88241}" type="pres">
      <dgm:prSet presAssocID="{BFDE5CE7-1EE2-49C7-93FE-AE19922A8506}" presName="textA" presStyleLbl="revTx" presStyleIdx="4" presStyleCnt="6" custScaleX="139769" custLinFactNeighborX="2878">
        <dgm:presLayoutVars>
          <dgm:bulletEnabled val="1"/>
        </dgm:presLayoutVars>
      </dgm:prSet>
      <dgm:spPr/>
    </dgm:pt>
    <dgm:pt modelId="{5FD054A3-1398-4DF7-9078-29B6A814C311}" type="pres">
      <dgm:prSet presAssocID="{BFDE5CE7-1EE2-49C7-93FE-AE19922A8506}" presName="circleA" presStyleLbl="node1" presStyleIdx="4" presStyleCnt="6" custScaleX="99384"/>
      <dgm:spPr/>
    </dgm:pt>
    <dgm:pt modelId="{6B52674D-B9E2-4352-86FF-7378108B6BF9}" type="pres">
      <dgm:prSet presAssocID="{BFDE5CE7-1EE2-49C7-93FE-AE19922A8506}" presName="spaceA" presStyleCnt="0"/>
      <dgm:spPr/>
    </dgm:pt>
    <dgm:pt modelId="{C0888327-943F-4F76-8DF0-6D17F9132F84}" type="pres">
      <dgm:prSet presAssocID="{5DD149C6-D54F-4F42-BC26-2DFE405183E5}" presName="space" presStyleCnt="0"/>
      <dgm:spPr/>
    </dgm:pt>
    <dgm:pt modelId="{DF512C24-B3A7-4A5B-9E7B-93BE951F7423}" type="pres">
      <dgm:prSet presAssocID="{1A27100F-F3CC-44A7-9FD0-8B0D70A2BF69}" presName="compositeB" presStyleCnt="0"/>
      <dgm:spPr/>
    </dgm:pt>
    <dgm:pt modelId="{692F2BA6-67BD-4AF5-8F28-6F49226A4F4E}" type="pres">
      <dgm:prSet presAssocID="{1A27100F-F3CC-44A7-9FD0-8B0D70A2BF69}" presName="textB" presStyleLbl="revTx" presStyleIdx="5" presStyleCnt="6" custScaleX="143309" custLinFactNeighborX="2878">
        <dgm:presLayoutVars>
          <dgm:bulletEnabled val="1"/>
        </dgm:presLayoutVars>
      </dgm:prSet>
      <dgm:spPr/>
    </dgm:pt>
    <dgm:pt modelId="{0D9DBC79-B9A2-4FB3-9EB0-4740269244F3}" type="pres">
      <dgm:prSet presAssocID="{1A27100F-F3CC-44A7-9FD0-8B0D70A2BF69}" presName="circleB" presStyleLbl="node1" presStyleIdx="5" presStyleCnt="6" custScaleX="99384"/>
      <dgm:spPr/>
    </dgm:pt>
    <dgm:pt modelId="{E16248DE-DE4C-4063-ACF5-383AB93DB195}" type="pres">
      <dgm:prSet presAssocID="{1A27100F-F3CC-44A7-9FD0-8B0D70A2BF69}" presName="spaceB" presStyleCnt="0"/>
      <dgm:spPr/>
    </dgm:pt>
  </dgm:ptLst>
  <dgm:cxnLst>
    <dgm:cxn modelId="{C88FB502-306C-42E5-8035-50817A404243}" srcId="{E6427532-6E03-4312-B583-8C00D7B2E88B}" destId="{EB5DF292-3D99-48B0-AC84-1DA2D9A7B29F}" srcOrd="3" destOrd="0" parTransId="{A757F626-8DA5-4D02-AE29-97AD39FBA62E}" sibTransId="{5B607FFE-400E-4EEB-A751-ED6872EAAB76}"/>
    <dgm:cxn modelId="{4B10EC23-5BEC-4A0E-8E7A-5CD5E14CE83B}" srcId="{E6427532-6E03-4312-B583-8C00D7B2E88B}" destId="{94DDAA91-AA02-497A-A03E-66FA62AC23CB}" srcOrd="2" destOrd="0" parTransId="{786A8386-B688-4A71-B559-DAA5888FAB63}" sibTransId="{48F5B8FF-4567-4CCC-9B9C-5EC5E4277CAA}"/>
    <dgm:cxn modelId="{F113C73E-D734-4BE8-B009-DB4C3A5854DE}" srcId="{E6427532-6E03-4312-B583-8C00D7B2E88B}" destId="{3181AEC9-C535-4EDD-B491-4E2E90A145D5}" srcOrd="1" destOrd="0" parTransId="{E4F7A026-834F-4499-A2C3-247F5E965224}" sibTransId="{B51ECE63-8256-4AC2-99B0-0E343FE49538}"/>
    <dgm:cxn modelId="{FF7ABD70-CE66-4E3D-A1F6-111C49E04797}" type="presOf" srcId="{1A27100F-F3CC-44A7-9FD0-8B0D70A2BF69}" destId="{692F2BA6-67BD-4AF5-8F28-6F49226A4F4E}" srcOrd="0" destOrd="0" presId="urn:microsoft.com/office/officeart/2005/8/layout/hProcess11"/>
    <dgm:cxn modelId="{0E0CBD8A-1EC6-4343-87DE-8037E63B5F5A}" type="presOf" srcId="{EB5DF292-3D99-48B0-AC84-1DA2D9A7B29F}" destId="{9C2F3FBC-3993-4E09-9565-B9E1EA998174}" srcOrd="0" destOrd="0" presId="urn:microsoft.com/office/officeart/2005/8/layout/hProcess11"/>
    <dgm:cxn modelId="{1DE86E9B-15BF-49FB-9E8C-44AEEE7EC5EF}" srcId="{E6427532-6E03-4312-B583-8C00D7B2E88B}" destId="{C626F21B-1E64-4AA6-AEDF-8026118734D2}" srcOrd="0" destOrd="0" parTransId="{7BEFAC6A-31BA-4139-BCFF-172CACD99488}" sibTransId="{9EEA1C96-38A7-419C-A0F1-3FE357DD8003}"/>
    <dgm:cxn modelId="{22CDBDA5-F380-4294-94F6-FEF49AB058AB}" srcId="{E6427532-6E03-4312-B583-8C00D7B2E88B}" destId="{BFDE5CE7-1EE2-49C7-93FE-AE19922A8506}" srcOrd="4" destOrd="0" parTransId="{989C8B87-BAC0-42C1-950E-21857F43AAC3}" sibTransId="{5DD149C6-D54F-4F42-BC26-2DFE405183E5}"/>
    <dgm:cxn modelId="{845967A9-C8B0-47AC-AB49-01628B4F6A99}" type="presOf" srcId="{E6427532-6E03-4312-B583-8C00D7B2E88B}" destId="{559FCEA0-8DC4-47CA-B33C-D1BAFDCF8909}" srcOrd="0" destOrd="0" presId="urn:microsoft.com/office/officeart/2005/8/layout/hProcess11"/>
    <dgm:cxn modelId="{13AD0FAE-BC3B-47B1-8EC7-EF63E21A873D}" srcId="{E6427532-6E03-4312-B583-8C00D7B2E88B}" destId="{1A27100F-F3CC-44A7-9FD0-8B0D70A2BF69}" srcOrd="5" destOrd="0" parTransId="{E49BBBAE-EF7C-43AC-92EC-A6F31D2A0E9F}" sibTransId="{54DCF25E-C796-4BEA-B432-DA11EC060522}"/>
    <dgm:cxn modelId="{07367FE7-73F8-4850-9200-DF361225BABC}" type="presOf" srcId="{94DDAA91-AA02-497A-A03E-66FA62AC23CB}" destId="{E1332DFA-4948-4EEA-9E2F-EB4E12BDFC96}" srcOrd="0" destOrd="0" presId="urn:microsoft.com/office/officeart/2005/8/layout/hProcess11"/>
    <dgm:cxn modelId="{944847EC-BCDB-4E56-AE50-AF8B9CEE62D4}" type="presOf" srcId="{BFDE5CE7-1EE2-49C7-93FE-AE19922A8506}" destId="{4A8A33C5-F434-49ED-BE3E-11A391A88241}" srcOrd="0" destOrd="0" presId="urn:microsoft.com/office/officeart/2005/8/layout/hProcess11"/>
    <dgm:cxn modelId="{20EF62EE-5674-4AC2-B914-CCAA3D9BC2A3}" type="presOf" srcId="{3181AEC9-C535-4EDD-B491-4E2E90A145D5}" destId="{85876CF3-0FED-4F1D-8E31-68635D14A5D4}" srcOrd="0" destOrd="0" presId="urn:microsoft.com/office/officeart/2005/8/layout/hProcess11"/>
    <dgm:cxn modelId="{9F899DFF-A0CB-42D4-97EB-92D82C4C01CB}" type="presOf" srcId="{C626F21B-1E64-4AA6-AEDF-8026118734D2}" destId="{EEC60ADB-C7D3-4B16-8529-99E63B6B2A04}" srcOrd="0" destOrd="0" presId="urn:microsoft.com/office/officeart/2005/8/layout/hProcess11"/>
    <dgm:cxn modelId="{D1D5DECA-1864-407F-AF0B-855B561C4FBD}" type="presParOf" srcId="{559FCEA0-8DC4-47CA-B33C-D1BAFDCF8909}" destId="{EC28E5FC-2F93-45B7-AF8B-5D4BE8E64AD9}" srcOrd="0" destOrd="0" presId="urn:microsoft.com/office/officeart/2005/8/layout/hProcess11"/>
    <dgm:cxn modelId="{A4CA4776-43D8-423D-AA4E-389B7148FD18}" type="presParOf" srcId="{559FCEA0-8DC4-47CA-B33C-D1BAFDCF8909}" destId="{375EA378-E6E8-4A83-80EA-75F075E69FC6}" srcOrd="1" destOrd="0" presId="urn:microsoft.com/office/officeart/2005/8/layout/hProcess11"/>
    <dgm:cxn modelId="{CC76F7F1-5F4F-41AC-9781-343BD3FE09EC}" type="presParOf" srcId="{375EA378-E6E8-4A83-80EA-75F075E69FC6}" destId="{EB975534-EAA1-453C-B942-FE11BBD57452}" srcOrd="0" destOrd="0" presId="urn:microsoft.com/office/officeart/2005/8/layout/hProcess11"/>
    <dgm:cxn modelId="{AE319ADB-8B93-43F5-A18A-57963CC405D0}" type="presParOf" srcId="{EB975534-EAA1-453C-B942-FE11BBD57452}" destId="{EEC60ADB-C7D3-4B16-8529-99E63B6B2A04}" srcOrd="0" destOrd="0" presId="urn:microsoft.com/office/officeart/2005/8/layout/hProcess11"/>
    <dgm:cxn modelId="{EAF6695C-F964-49BD-B25F-3DCB0308F443}" type="presParOf" srcId="{EB975534-EAA1-453C-B942-FE11BBD57452}" destId="{EF1A86B8-596B-4A7D-8D55-1D7CAEE33E4C}" srcOrd="1" destOrd="0" presId="urn:microsoft.com/office/officeart/2005/8/layout/hProcess11"/>
    <dgm:cxn modelId="{1B8EF4DD-9751-4802-B7C7-FB5D4126AB54}" type="presParOf" srcId="{EB975534-EAA1-453C-B942-FE11BBD57452}" destId="{9A8F7013-C5DE-419F-81A2-5776E2AABC39}" srcOrd="2" destOrd="0" presId="urn:microsoft.com/office/officeart/2005/8/layout/hProcess11"/>
    <dgm:cxn modelId="{9655B6CE-02C2-4195-91BB-E795FA342D74}" type="presParOf" srcId="{375EA378-E6E8-4A83-80EA-75F075E69FC6}" destId="{4F7319C7-312F-40D8-846A-E436324375A2}" srcOrd="1" destOrd="0" presId="urn:microsoft.com/office/officeart/2005/8/layout/hProcess11"/>
    <dgm:cxn modelId="{8DA33792-EA18-40D0-872F-FEB3DEAB79D5}" type="presParOf" srcId="{375EA378-E6E8-4A83-80EA-75F075E69FC6}" destId="{37EAD8E2-0BFD-4CEA-9DD4-ECFCECE781D9}" srcOrd="2" destOrd="0" presId="urn:microsoft.com/office/officeart/2005/8/layout/hProcess11"/>
    <dgm:cxn modelId="{9B245505-E0FB-4A53-B8A2-5D29D4898B98}" type="presParOf" srcId="{37EAD8E2-0BFD-4CEA-9DD4-ECFCECE781D9}" destId="{85876CF3-0FED-4F1D-8E31-68635D14A5D4}" srcOrd="0" destOrd="0" presId="urn:microsoft.com/office/officeart/2005/8/layout/hProcess11"/>
    <dgm:cxn modelId="{40CAA099-E0B0-4883-896B-716420CA90E7}" type="presParOf" srcId="{37EAD8E2-0BFD-4CEA-9DD4-ECFCECE781D9}" destId="{4DB50AD7-D264-4349-ABE3-BFCC5C98F087}" srcOrd="1" destOrd="0" presId="urn:microsoft.com/office/officeart/2005/8/layout/hProcess11"/>
    <dgm:cxn modelId="{EAB0B2CB-D516-4E89-B3A8-1EAA6C58A0AF}" type="presParOf" srcId="{37EAD8E2-0BFD-4CEA-9DD4-ECFCECE781D9}" destId="{48FA8385-3B56-463C-91E4-82D612B926F5}" srcOrd="2" destOrd="0" presId="urn:microsoft.com/office/officeart/2005/8/layout/hProcess11"/>
    <dgm:cxn modelId="{CB3ED2CF-FBF8-4D9F-8705-8C50B82448A8}" type="presParOf" srcId="{375EA378-E6E8-4A83-80EA-75F075E69FC6}" destId="{15026A7B-1154-4F94-B387-D48CE5336800}" srcOrd="3" destOrd="0" presId="urn:microsoft.com/office/officeart/2005/8/layout/hProcess11"/>
    <dgm:cxn modelId="{565F0C2A-CAB3-40FC-AB3F-1CF61C0F7E6E}" type="presParOf" srcId="{375EA378-E6E8-4A83-80EA-75F075E69FC6}" destId="{EAD88147-666C-4D69-BE79-6EF63A8EDE58}" srcOrd="4" destOrd="0" presId="urn:microsoft.com/office/officeart/2005/8/layout/hProcess11"/>
    <dgm:cxn modelId="{BDE9A82F-EC60-4BBA-8D7A-3CD1A3689039}" type="presParOf" srcId="{EAD88147-666C-4D69-BE79-6EF63A8EDE58}" destId="{E1332DFA-4948-4EEA-9E2F-EB4E12BDFC96}" srcOrd="0" destOrd="0" presId="urn:microsoft.com/office/officeart/2005/8/layout/hProcess11"/>
    <dgm:cxn modelId="{2E28B083-29B5-4E74-9633-6B8F2F91C05D}" type="presParOf" srcId="{EAD88147-666C-4D69-BE79-6EF63A8EDE58}" destId="{90407B1F-6C79-45E7-BE5D-AEB4C2C28082}" srcOrd="1" destOrd="0" presId="urn:microsoft.com/office/officeart/2005/8/layout/hProcess11"/>
    <dgm:cxn modelId="{E58D10C3-DC45-4D2B-AD35-5D6EC3DC6EF4}" type="presParOf" srcId="{EAD88147-666C-4D69-BE79-6EF63A8EDE58}" destId="{09399182-1ACA-409A-A817-AAB161A50797}" srcOrd="2" destOrd="0" presId="urn:microsoft.com/office/officeart/2005/8/layout/hProcess11"/>
    <dgm:cxn modelId="{A56C3D7D-3A01-4259-84D6-94218BCAAE8E}" type="presParOf" srcId="{375EA378-E6E8-4A83-80EA-75F075E69FC6}" destId="{68C3F5B6-7908-40A3-BCF8-6A3AC4843950}" srcOrd="5" destOrd="0" presId="urn:microsoft.com/office/officeart/2005/8/layout/hProcess11"/>
    <dgm:cxn modelId="{50B42C99-CC5D-48CA-A8F5-AA5E6A2645B0}" type="presParOf" srcId="{375EA378-E6E8-4A83-80EA-75F075E69FC6}" destId="{53144879-E663-44C8-90ED-C0521FEC2BD9}" srcOrd="6" destOrd="0" presId="urn:microsoft.com/office/officeart/2005/8/layout/hProcess11"/>
    <dgm:cxn modelId="{72A834F2-C4E5-42DB-8E76-A8448C113A80}" type="presParOf" srcId="{53144879-E663-44C8-90ED-C0521FEC2BD9}" destId="{9C2F3FBC-3993-4E09-9565-B9E1EA998174}" srcOrd="0" destOrd="0" presId="urn:microsoft.com/office/officeart/2005/8/layout/hProcess11"/>
    <dgm:cxn modelId="{3CC2A0DD-8B98-40F5-9AB8-51E4E60D12C2}" type="presParOf" srcId="{53144879-E663-44C8-90ED-C0521FEC2BD9}" destId="{1AC11E0E-CFFB-4914-81C7-136EA2E12A8E}" srcOrd="1" destOrd="0" presId="urn:microsoft.com/office/officeart/2005/8/layout/hProcess11"/>
    <dgm:cxn modelId="{D4FBF6F1-CCAA-4CB3-B93B-5C700C2BC274}" type="presParOf" srcId="{53144879-E663-44C8-90ED-C0521FEC2BD9}" destId="{72D377C9-4A58-4CCC-858C-FD8F77B36E4F}" srcOrd="2" destOrd="0" presId="urn:microsoft.com/office/officeart/2005/8/layout/hProcess11"/>
    <dgm:cxn modelId="{74706B7F-9F56-46E4-A1FE-D921E0C38138}" type="presParOf" srcId="{375EA378-E6E8-4A83-80EA-75F075E69FC6}" destId="{8E4E8367-E97C-4521-80FE-BFC722CCCF29}" srcOrd="7" destOrd="0" presId="urn:microsoft.com/office/officeart/2005/8/layout/hProcess11"/>
    <dgm:cxn modelId="{DB79B356-397E-4C50-9B42-3E39F9E488F0}" type="presParOf" srcId="{375EA378-E6E8-4A83-80EA-75F075E69FC6}" destId="{5E2D8146-F79C-44B9-9116-D11F706B57BB}" srcOrd="8" destOrd="0" presId="urn:microsoft.com/office/officeart/2005/8/layout/hProcess11"/>
    <dgm:cxn modelId="{F99CC45D-EB12-4D23-B8D6-05454079D382}" type="presParOf" srcId="{5E2D8146-F79C-44B9-9116-D11F706B57BB}" destId="{4A8A33C5-F434-49ED-BE3E-11A391A88241}" srcOrd="0" destOrd="0" presId="urn:microsoft.com/office/officeart/2005/8/layout/hProcess11"/>
    <dgm:cxn modelId="{62A37F36-70BE-47E5-A2A0-E82F8706B824}" type="presParOf" srcId="{5E2D8146-F79C-44B9-9116-D11F706B57BB}" destId="{5FD054A3-1398-4DF7-9078-29B6A814C311}" srcOrd="1" destOrd="0" presId="urn:microsoft.com/office/officeart/2005/8/layout/hProcess11"/>
    <dgm:cxn modelId="{3C5C4EF8-A6D1-49C5-9E12-771BCABB8382}" type="presParOf" srcId="{5E2D8146-F79C-44B9-9116-D11F706B57BB}" destId="{6B52674D-B9E2-4352-86FF-7378108B6BF9}" srcOrd="2" destOrd="0" presId="urn:microsoft.com/office/officeart/2005/8/layout/hProcess11"/>
    <dgm:cxn modelId="{23AD0F7D-337A-4274-8BD7-AFF2E9510A48}" type="presParOf" srcId="{375EA378-E6E8-4A83-80EA-75F075E69FC6}" destId="{C0888327-943F-4F76-8DF0-6D17F9132F84}" srcOrd="9" destOrd="0" presId="urn:microsoft.com/office/officeart/2005/8/layout/hProcess11"/>
    <dgm:cxn modelId="{4E614E7E-66C6-4E5F-A22E-887C615E3C08}" type="presParOf" srcId="{375EA378-E6E8-4A83-80EA-75F075E69FC6}" destId="{DF512C24-B3A7-4A5B-9E7B-93BE951F7423}" srcOrd="10" destOrd="0" presId="urn:microsoft.com/office/officeart/2005/8/layout/hProcess11"/>
    <dgm:cxn modelId="{8F32B6B5-11A7-44D2-A949-2F132702A9FF}" type="presParOf" srcId="{DF512C24-B3A7-4A5B-9E7B-93BE951F7423}" destId="{692F2BA6-67BD-4AF5-8F28-6F49226A4F4E}" srcOrd="0" destOrd="0" presId="urn:microsoft.com/office/officeart/2005/8/layout/hProcess11"/>
    <dgm:cxn modelId="{E8D1AA58-D414-43FE-BEC3-B5B2C19DE422}" type="presParOf" srcId="{DF512C24-B3A7-4A5B-9E7B-93BE951F7423}" destId="{0D9DBC79-B9A2-4FB3-9EB0-4740269244F3}" srcOrd="1" destOrd="0" presId="urn:microsoft.com/office/officeart/2005/8/layout/hProcess11"/>
    <dgm:cxn modelId="{F05D2C41-3C1A-46B5-A95F-CEA481F87BE9}" type="presParOf" srcId="{DF512C24-B3A7-4A5B-9E7B-93BE951F7423}" destId="{E16248DE-DE4C-4063-ACF5-383AB93DB195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83E8C2-15A7-45B5-B383-5E03EB5B5DD6}" type="doc">
      <dgm:prSet loTypeId="urn:microsoft.com/office/officeart/2005/8/layout/hList6" loCatId="list" qsTypeId="urn:microsoft.com/office/officeart/2005/8/quickstyle/simple2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EB133A82-6335-4D78-8E43-648B687C876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 AI-based system that automates the resume screening process with high accuracy and minimal manual intervention.</a:t>
          </a:r>
        </a:p>
      </dgm:t>
    </dgm:pt>
    <dgm:pt modelId="{B5689B6F-3F3B-4536-9B13-5213D9D1112F}" type="parTrans" cxnId="{7DD46486-95A2-4B6F-9D7D-9C09C2EBB041}">
      <dgm:prSet/>
      <dgm:spPr/>
      <dgm:t>
        <a:bodyPr/>
        <a:lstStyle/>
        <a:p>
          <a:endParaRPr lang="en-US"/>
        </a:p>
      </dgm:t>
    </dgm:pt>
    <dgm:pt modelId="{AB4F7B6C-A553-4213-ADBF-D793131EDAD3}" type="sibTrans" cxnId="{7DD46486-95A2-4B6F-9D7D-9C09C2EBB041}">
      <dgm:prSet/>
      <dgm:spPr/>
      <dgm:t>
        <a:bodyPr/>
        <a:lstStyle/>
        <a:p>
          <a:endParaRPr lang="en-US"/>
        </a:p>
      </dgm:t>
    </dgm:pt>
    <dgm:pt modelId="{7A81078C-A179-4365-B647-1237591B6B0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 frontend interface that allows recruiters to upload resumes and receive categorized results (shortlisted, rejected, etc.).</a:t>
          </a:r>
        </a:p>
      </dgm:t>
    </dgm:pt>
    <dgm:pt modelId="{0351850E-F327-4B9D-B7F0-B9C13F0CF2F2}" type="parTrans" cxnId="{DE4D6C9C-9805-4309-81F1-7E7CD6ED05D0}">
      <dgm:prSet/>
      <dgm:spPr/>
      <dgm:t>
        <a:bodyPr/>
        <a:lstStyle/>
        <a:p>
          <a:endParaRPr lang="en-US"/>
        </a:p>
      </dgm:t>
    </dgm:pt>
    <dgm:pt modelId="{3EEC7721-4C12-46D3-B73E-3633E09A6F40}" type="sibTrans" cxnId="{DE4D6C9C-9805-4309-81F1-7E7CD6ED05D0}">
      <dgm:prSet/>
      <dgm:spPr/>
      <dgm:t>
        <a:bodyPr/>
        <a:lstStyle/>
        <a:p>
          <a:endParaRPr lang="en-US"/>
        </a:p>
      </dgm:t>
    </dgm:pt>
    <dgm:pt modelId="{CD090520-8CEE-4055-A975-F3ED5AE8606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 backend model that efficiently extracts and processes unstructured resume data for accurate classification.</a:t>
          </a:r>
        </a:p>
      </dgm:t>
    </dgm:pt>
    <dgm:pt modelId="{83CF6107-4902-47A7-86A2-2280FFC96F50}" type="parTrans" cxnId="{013F0CC4-FBB5-4580-9C66-8E7B262A73F5}">
      <dgm:prSet/>
      <dgm:spPr/>
      <dgm:t>
        <a:bodyPr/>
        <a:lstStyle/>
        <a:p>
          <a:endParaRPr lang="en-US"/>
        </a:p>
      </dgm:t>
    </dgm:pt>
    <dgm:pt modelId="{FB7FF85C-428E-4232-BD17-94C7F8E67E60}" type="sibTrans" cxnId="{013F0CC4-FBB5-4580-9C66-8E7B262A73F5}">
      <dgm:prSet/>
      <dgm:spPr/>
      <dgm:t>
        <a:bodyPr/>
        <a:lstStyle/>
        <a:p>
          <a:endParaRPr lang="en-US"/>
        </a:p>
      </dgm:t>
    </dgm:pt>
    <dgm:pt modelId="{F687A211-493C-4034-A56C-7819E431BC1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Reduced bias and increased efficiency in hiring processes.</a:t>
          </a:r>
        </a:p>
      </dgm:t>
    </dgm:pt>
    <dgm:pt modelId="{E16C9934-C2C1-4408-9CAD-0020CFCAC560}" type="parTrans" cxnId="{638F3003-64A0-434C-9E85-1C9436D77891}">
      <dgm:prSet/>
      <dgm:spPr/>
      <dgm:t>
        <a:bodyPr/>
        <a:lstStyle/>
        <a:p>
          <a:endParaRPr lang="en-US"/>
        </a:p>
      </dgm:t>
    </dgm:pt>
    <dgm:pt modelId="{BC991502-F6BC-493D-9DAA-CF50A6CDF82F}" type="sibTrans" cxnId="{638F3003-64A0-434C-9E85-1C9436D77891}">
      <dgm:prSet/>
      <dgm:spPr/>
      <dgm:t>
        <a:bodyPr/>
        <a:lstStyle/>
        <a:p>
          <a:endParaRPr lang="en-US"/>
        </a:p>
      </dgm:t>
    </dgm:pt>
    <dgm:pt modelId="{A987B859-0B66-410A-BF3D-31448EE3BA31}" type="pres">
      <dgm:prSet presAssocID="{C783E8C2-15A7-45B5-B383-5E03EB5B5DD6}" presName="Name0" presStyleCnt="0">
        <dgm:presLayoutVars>
          <dgm:dir/>
          <dgm:resizeHandles val="exact"/>
        </dgm:presLayoutVars>
      </dgm:prSet>
      <dgm:spPr/>
    </dgm:pt>
    <dgm:pt modelId="{294BD101-7F52-4351-B79A-3C01D82B71DB}" type="pres">
      <dgm:prSet presAssocID="{EB133A82-6335-4D78-8E43-648B687C876C}" presName="node" presStyleLbl="node1" presStyleIdx="0" presStyleCnt="4">
        <dgm:presLayoutVars>
          <dgm:bulletEnabled val="1"/>
        </dgm:presLayoutVars>
      </dgm:prSet>
      <dgm:spPr/>
    </dgm:pt>
    <dgm:pt modelId="{E138936A-E3DE-4BCA-848E-A29DAA719231}" type="pres">
      <dgm:prSet presAssocID="{AB4F7B6C-A553-4213-ADBF-D793131EDAD3}" presName="sibTrans" presStyleCnt="0"/>
      <dgm:spPr/>
    </dgm:pt>
    <dgm:pt modelId="{35D4390E-2B83-450B-8CE6-15AD521FC575}" type="pres">
      <dgm:prSet presAssocID="{7A81078C-A179-4365-B647-1237591B6B03}" presName="node" presStyleLbl="node1" presStyleIdx="1" presStyleCnt="4">
        <dgm:presLayoutVars>
          <dgm:bulletEnabled val="1"/>
        </dgm:presLayoutVars>
      </dgm:prSet>
      <dgm:spPr/>
    </dgm:pt>
    <dgm:pt modelId="{6D8719B6-B860-445B-B216-5AB64E40890F}" type="pres">
      <dgm:prSet presAssocID="{3EEC7721-4C12-46D3-B73E-3633E09A6F40}" presName="sibTrans" presStyleCnt="0"/>
      <dgm:spPr/>
    </dgm:pt>
    <dgm:pt modelId="{F39F97E3-CD87-406D-8B1A-229ECD2286A7}" type="pres">
      <dgm:prSet presAssocID="{CD090520-8CEE-4055-A975-F3ED5AE8606A}" presName="node" presStyleLbl="node1" presStyleIdx="2" presStyleCnt="4">
        <dgm:presLayoutVars>
          <dgm:bulletEnabled val="1"/>
        </dgm:presLayoutVars>
      </dgm:prSet>
      <dgm:spPr/>
    </dgm:pt>
    <dgm:pt modelId="{4E63CE8C-9E6B-4BB7-A271-8B3C7A8B4FD4}" type="pres">
      <dgm:prSet presAssocID="{FB7FF85C-428E-4232-BD17-94C7F8E67E60}" presName="sibTrans" presStyleCnt="0"/>
      <dgm:spPr/>
    </dgm:pt>
    <dgm:pt modelId="{F56E3A81-8429-4EBC-BF01-D2E024F5AB89}" type="pres">
      <dgm:prSet presAssocID="{F687A211-493C-4034-A56C-7819E431BC19}" presName="node" presStyleLbl="node1" presStyleIdx="3" presStyleCnt="4">
        <dgm:presLayoutVars>
          <dgm:bulletEnabled val="1"/>
        </dgm:presLayoutVars>
      </dgm:prSet>
      <dgm:spPr/>
    </dgm:pt>
  </dgm:ptLst>
  <dgm:cxnLst>
    <dgm:cxn modelId="{638F3003-64A0-434C-9E85-1C9436D77891}" srcId="{C783E8C2-15A7-45B5-B383-5E03EB5B5DD6}" destId="{F687A211-493C-4034-A56C-7819E431BC19}" srcOrd="3" destOrd="0" parTransId="{E16C9934-C2C1-4408-9CAD-0020CFCAC560}" sibTransId="{BC991502-F6BC-493D-9DAA-CF50A6CDF82F}"/>
    <dgm:cxn modelId="{B397EC0F-09C9-4994-9102-FABF04EAEFDD}" type="presOf" srcId="{F687A211-493C-4034-A56C-7819E431BC19}" destId="{F56E3A81-8429-4EBC-BF01-D2E024F5AB89}" srcOrd="0" destOrd="0" presId="urn:microsoft.com/office/officeart/2005/8/layout/hList6"/>
    <dgm:cxn modelId="{2B1FC862-B48E-4409-894B-71CF84E7903B}" type="presOf" srcId="{CD090520-8CEE-4055-A975-F3ED5AE8606A}" destId="{F39F97E3-CD87-406D-8B1A-229ECD2286A7}" srcOrd="0" destOrd="0" presId="urn:microsoft.com/office/officeart/2005/8/layout/hList6"/>
    <dgm:cxn modelId="{7DD46486-95A2-4B6F-9D7D-9C09C2EBB041}" srcId="{C783E8C2-15A7-45B5-B383-5E03EB5B5DD6}" destId="{EB133A82-6335-4D78-8E43-648B687C876C}" srcOrd="0" destOrd="0" parTransId="{B5689B6F-3F3B-4536-9B13-5213D9D1112F}" sibTransId="{AB4F7B6C-A553-4213-ADBF-D793131EDAD3}"/>
    <dgm:cxn modelId="{DE4D6C9C-9805-4309-81F1-7E7CD6ED05D0}" srcId="{C783E8C2-15A7-45B5-B383-5E03EB5B5DD6}" destId="{7A81078C-A179-4365-B647-1237591B6B03}" srcOrd="1" destOrd="0" parTransId="{0351850E-F327-4B9D-B7F0-B9C13F0CF2F2}" sibTransId="{3EEC7721-4C12-46D3-B73E-3633E09A6F40}"/>
    <dgm:cxn modelId="{E2E8FDAC-882B-4B9B-84F2-ABD6D0AFFBA0}" type="presOf" srcId="{C783E8C2-15A7-45B5-B383-5E03EB5B5DD6}" destId="{A987B859-0B66-410A-BF3D-31448EE3BA31}" srcOrd="0" destOrd="0" presId="urn:microsoft.com/office/officeart/2005/8/layout/hList6"/>
    <dgm:cxn modelId="{963AB1B7-5380-42F8-A588-8417C145B9B6}" type="presOf" srcId="{EB133A82-6335-4D78-8E43-648B687C876C}" destId="{294BD101-7F52-4351-B79A-3C01D82B71DB}" srcOrd="0" destOrd="0" presId="urn:microsoft.com/office/officeart/2005/8/layout/hList6"/>
    <dgm:cxn modelId="{013F0CC4-FBB5-4580-9C66-8E7B262A73F5}" srcId="{C783E8C2-15A7-45B5-B383-5E03EB5B5DD6}" destId="{CD090520-8CEE-4055-A975-F3ED5AE8606A}" srcOrd="2" destOrd="0" parTransId="{83CF6107-4902-47A7-86A2-2280FFC96F50}" sibTransId="{FB7FF85C-428E-4232-BD17-94C7F8E67E60}"/>
    <dgm:cxn modelId="{47FE04FF-1144-431A-B911-5051E606F562}" type="presOf" srcId="{7A81078C-A179-4365-B647-1237591B6B03}" destId="{35D4390E-2B83-450B-8CE6-15AD521FC575}" srcOrd="0" destOrd="0" presId="urn:microsoft.com/office/officeart/2005/8/layout/hList6"/>
    <dgm:cxn modelId="{DB737319-10D2-40C4-BAB6-46C321BB4DFB}" type="presParOf" srcId="{A987B859-0B66-410A-BF3D-31448EE3BA31}" destId="{294BD101-7F52-4351-B79A-3C01D82B71DB}" srcOrd="0" destOrd="0" presId="urn:microsoft.com/office/officeart/2005/8/layout/hList6"/>
    <dgm:cxn modelId="{7238921B-90CE-4FDF-97D3-1886395563AB}" type="presParOf" srcId="{A987B859-0B66-410A-BF3D-31448EE3BA31}" destId="{E138936A-E3DE-4BCA-848E-A29DAA719231}" srcOrd="1" destOrd="0" presId="urn:microsoft.com/office/officeart/2005/8/layout/hList6"/>
    <dgm:cxn modelId="{8A20D5EC-0E18-46A6-9AFF-F760B3B96460}" type="presParOf" srcId="{A987B859-0B66-410A-BF3D-31448EE3BA31}" destId="{35D4390E-2B83-450B-8CE6-15AD521FC575}" srcOrd="2" destOrd="0" presId="urn:microsoft.com/office/officeart/2005/8/layout/hList6"/>
    <dgm:cxn modelId="{028B3C49-8B21-47B8-BF2E-2AD585E07261}" type="presParOf" srcId="{A987B859-0B66-410A-BF3D-31448EE3BA31}" destId="{6D8719B6-B860-445B-B216-5AB64E40890F}" srcOrd="3" destOrd="0" presId="urn:microsoft.com/office/officeart/2005/8/layout/hList6"/>
    <dgm:cxn modelId="{31E9DE6B-9DA0-416C-8138-677E15B09326}" type="presParOf" srcId="{A987B859-0B66-410A-BF3D-31448EE3BA31}" destId="{F39F97E3-CD87-406D-8B1A-229ECD2286A7}" srcOrd="4" destOrd="0" presId="urn:microsoft.com/office/officeart/2005/8/layout/hList6"/>
    <dgm:cxn modelId="{9F4185B8-F660-4AEE-A50D-4D07D0F02CA4}" type="presParOf" srcId="{A987B859-0B66-410A-BF3D-31448EE3BA31}" destId="{4E63CE8C-9E6B-4BB7-A271-8B3C7A8B4FD4}" srcOrd="5" destOrd="0" presId="urn:microsoft.com/office/officeart/2005/8/layout/hList6"/>
    <dgm:cxn modelId="{EC204EA9-F7CA-4B92-A794-23822D8DBD46}" type="presParOf" srcId="{A987B859-0B66-410A-BF3D-31448EE3BA31}" destId="{F56E3A81-8429-4EBC-BF01-D2E024F5AB89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9F2786-77F1-42F1-AE2E-DAF16E20C4DF}" type="doc">
      <dgm:prSet loTypeId="urn:microsoft.com/office/officeart/2005/8/layout/matrix3" loCatId="matrix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230578B-FD57-4998-B2B9-8247810CBEF9}">
      <dgm:prSet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Saransh Patil         0832CS221182</a:t>
          </a:r>
          <a:endParaRPr lang="en-US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A57E7C-B477-4069-91FB-7A3025AADCA6}" type="parTrans" cxnId="{3989B12A-A277-4F7B-9C08-3F715A7B0EB2}">
      <dgm:prSet/>
      <dgm:spPr/>
      <dgm:t>
        <a:bodyPr/>
        <a:lstStyle/>
        <a:p>
          <a:endParaRPr lang="en-US"/>
        </a:p>
      </dgm:t>
    </dgm:pt>
    <dgm:pt modelId="{57612F5F-E7C1-4C7E-AF77-A556684898F9}" type="sibTrans" cxnId="{3989B12A-A277-4F7B-9C08-3F715A7B0EB2}">
      <dgm:prSet/>
      <dgm:spPr/>
      <dgm:t>
        <a:bodyPr/>
        <a:lstStyle/>
        <a:p>
          <a:endParaRPr lang="en-US"/>
        </a:p>
      </dgm:t>
    </dgm:pt>
    <dgm:pt modelId="{CAE47708-BE77-402A-8C1D-F713F4B34478}">
      <dgm:prSet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Yash Lade              0832CS221229</a:t>
          </a:r>
          <a:endParaRPr lang="en-US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438F08-5EFF-4B1D-8BF7-08A8F3CE1BD2}" type="parTrans" cxnId="{6E680E3E-6300-4848-AC3A-565A308E4B72}">
      <dgm:prSet/>
      <dgm:spPr/>
      <dgm:t>
        <a:bodyPr/>
        <a:lstStyle/>
        <a:p>
          <a:endParaRPr lang="en-US"/>
        </a:p>
      </dgm:t>
    </dgm:pt>
    <dgm:pt modelId="{84A10036-0064-408A-939D-C567B4B38951}" type="sibTrans" cxnId="{6E680E3E-6300-4848-AC3A-565A308E4B72}">
      <dgm:prSet/>
      <dgm:spPr/>
      <dgm:t>
        <a:bodyPr/>
        <a:lstStyle/>
        <a:p>
          <a:endParaRPr lang="en-US"/>
        </a:p>
      </dgm:t>
    </dgm:pt>
    <dgm:pt modelId="{BB4CF97A-18A1-4F3D-AEBA-17FD278BCD83}">
      <dgm:prSet custT="1"/>
      <dgm:spPr/>
      <dgm:t>
        <a:bodyPr/>
        <a:lstStyle/>
        <a:p>
          <a:r>
            <a: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Tushar Gawhade   0832CS221213</a:t>
          </a:r>
          <a:endParaRPr lang="en-US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52EFF12-2EC1-4D09-A5F6-D323E5FCFDA5}" type="parTrans" cxnId="{B58D31B3-17AA-4190-A715-D62E420DCA06}">
      <dgm:prSet/>
      <dgm:spPr/>
      <dgm:t>
        <a:bodyPr/>
        <a:lstStyle/>
        <a:p>
          <a:endParaRPr lang="en-US"/>
        </a:p>
      </dgm:t>
    </dgm:pt>
    <dgm:pt modelId="{C431F80D-B95C-4967-817B-B269B98AB8DF}" type="sibTrans" cxnId="{B58D31B3-17AA-4190-A715-D62E420DCA06}">
      <dgm:prSet/>
      <dgm:spPr/>
      <dgm:t>
        <a:bodyPr/>
        <a:lstStyle/>
        <a:p>
          <a:endParaRPr lang="en-US"/>
        </a:p>
      </dgm:t>
    </dgm:pt>
    <dgm:pt modelId="{4609909C-06E0-4024-B245-22A74AFC78E8}">
      <dgm:prSet custT="1"/>
      <dgm:spPr/>
      <dgm:t>
        <a:bodyPr/>
        <a:lstStyle/>
        <a:p>
          <a:r>
            <a: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Vivek Rathore       0832CS221228</a:t>
          </a:r>
          <a:endParaRPr lang="en-US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9C651E-6D86-492A-9BA0-53BCC3CFB613}" type="parTrans" cxnId="{B233516A-661D-4E93-9AEB-F2AA9EFDE51C}">
      <dgm:prSet/>
      <dgm:spPr/>
      <dgm:t>
        <a:bodyPr/>
        <a:lstStyle/>
        <a:p>
          <a:endParaRPr lang="en-US"/>
        </a:p>
      </dgm:t>
    </dgm:pt>
    <dgm:pt modelId="{77F43221-AA49-4261-A92D-8C829218022D}" type="sibTrans" cxnId="{B233516A-661D-4E93-9AEB-F2AA9EFDE51C}">
      <dgm:prSet/>
      <dgm:spPr/>
      <dgm:t>
        <a:bodyPr/>
        <a:lstStyle/>
        <a:p>
          <a:endParaRPr lang="en-US"/>
        </a:p>
      </dgm:t>
    </dgm:pt>
    <dgm:pt modelId="{5875BF1D-747F-4FC7-A07D-B75458F8A734}" type="pres">
      <dgm:prSet presAssocID="{129F2786-77F1-42F1-AE2E-DAF16E20C4DF}" presName="matrix" presStyleCnt="0">
        <dgm:presLayoutVars>
          <dgm:chMax val="1"/>
          <dgm:dir/>
          <dgm:resizeHandles val="exact"/>
        </dgm:presLayoutVars>
      </dgm:prSet>
      <dgm:spPr/>
    </dgm:pt>
    <dgm:pt modelId="{AD16E53B-FCFE-42A5-B06F-A6081E036D23}" type="pres">
      <dgm:prSet presAssocID="{129F2786-77F1-42F1-AE2E-DAF16E20C4DF}" presName="diamond" presStyleLbl="bgShp" presStyleIdx="0" presStyleCnt="1"/>
      <dgm:spPr/>
    </dgm:pt>
    <dgm:pt modelId="{34648606-04E4-448B-BA8B-0929AAE3718F}" type="pres">
      <dgm:prSet presAssocID="{129F2786-77F1-42F1-AE2E-DAF16E20C4D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F9C5520-77A0-49E7-8D4A-2D83E644BAD5}" type="pres">
      <dgm:prSet presAssocID="{129F2786-77F1-42F1-AE2E-DAF16E20C4D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FA98EE6-2270-42A8-A817-53AF982FBCFA}" type="pres">
      <dgm:prSet presAssocID="{129F2786-77F1-42F1-AE2E-DAF16E20C4D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C6FFC3B-C97D-4A6C-A453-B38B216D6E3F}" type="pres">
      <dgm:prSet presAssocID="{129F2786-77F1-42F1-AE2E-DAF16E20C4D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989B12A-A277-4F7B-9C08-3F715A7B0EB2}" srcId="{129F2786-77F1-42F1-AE2E-DAF16E20C4DF}" destId="{7230578B-FD57-4998-B2B9-8247810CBEF9}" srcOrd="0" destOrd="0" parTransId="{BBA57E7C-B477-4069-91FB-7A3025AADCA6}" sibTransId="{57612F5F-E7C1-4C7E-AF77-A556684898F9}"/>
    <dgm:cxn modelId="{6E680E3E-6300-4848-AC3A-565A308E4B72}" srcId="{129F2786-77F1-42F1-AE2E-DAF16E20C4DF}" destId="{CAE47708-BE77-402A-8C1D-F713F4B34478}" srcOrd="1" destOrd="0" parTransId="{E7438F08-5EFF-4B1D-8BF7-08A8F3CE1BD2}" sibTransId="{84A10036-0064-408A-939D-C567B4B38951}"/>
    <dgm:cxn modelId="{B233516A-661D-4E93-9AEB-F2AA9EFDE51C}" srcId="{129F2786-77F1-42F1-AE2E-DAF16E20C4DF}" destId="{4609909C-06E0-4024-B245-22A74AFC78E8}" srcOrd="3" destOrd="0" parTransId="{D49C651E-6D86-492A-9BA0-53BCC3CFB613}" sibTransId="{77F43221-AA49-4261-A92D-8C829218022D}"/>
    <dgm:cxn modelId="{9BF37158-CA7F-4BD8-83D2-3D9B5A1D9565}" type="presOf" srcId="{BB4CF97A-18A1-4F3D-AEBA-17FD278BCD83}" destId="{FFA98EE6-2270-42A8-A817-53AF982FBCFA}" srcOrd="0" destOrd="0" presId="urn:microsoft.com/office/officeart/2005/8/layout/matrix3"/>
    <dgm:cxn modelId="{29DEB488-3140-4DF7-B549-2D7EC6B1FAB1}" type="presOf" srcId="{CAE47708-BE77-402A-8C1D-F713F4B34478}" destId="{4F9C5520-77A0-49E7-8D4A-2D83E644BAD5}" srcOrd="0" destOrd="0" presId="urn:microsoft.com/office/officeart/2005/8/layout/matrix3"/>
    <dgm:cxn modelId="{B58D31B3-17AA-4190-A715-D62E420DCA06}" srcId="{129F2786-77F1-42F1-AE2E-DAF16E20C4DF}" destId="{BB4CF97A-18A1-4F3D-AEBA-17FD278BCD83}" srcOrd="2" destOrd="0" parTransId="{952EFF12-2EC1-4D09-A5F6-D323E5FCFDA5}" sibTransId="{C431F80D-B95C-4967-817B-B269B98AB8DF}"/>
    <dgm:cxn modelId="{9AB08EBE-BF30-411D-8816-FDB6C636230D}" type="presOf" srcId="{4609909C-06E0-4024-B245-22A74AFC78E8}" destId="{7C6FFC3B-C97D-4A6C-A453-B38B216D6E3F}" srcOrd="0" destOrd="0" presId="urn:microsoft.com/office/officeart/2005/8/layout/matrix3"/>
    <dgm:cxn modelId="{DF7BF0BE-FBE8-4786-8096-C758FEDF8592}" type="presOf" srcId="{7230578B-FD57-4998-B2B9-8247810CBEF9}" destId="{34648606-04E4-448B-BA8B-0929AAE3718F}" srcOrd="0" destOrd="0" presId="urn:microsoft.com/office/officeart/2005/8/layout/matrix3"/>
    <dgm:cxn modelId="{B6D99CE0-2373-4DFF-903E-A6F114C59340}" type="presOf" srcId="{129F2786-77F1-42F1-AE2E-DAF16E20C4DF}" destId="{5875BF1D-747F-4FC7-A07D-B75458F8A734}" srcOrd="0" destOrd="0" presId="urn:microsoft.com/office/officeart/2005/8/layout/matrix3"/>
    <dgm:cxn modelId="{B32254A3-36F2-41E5-8732-29E82345A84C}" type="presParOf" srcId="{5875BF1D-747F-4FC7-A07D-B75458F8A734}" destId="{AD16E53B-FCFE-42A5-B06F-A6081E036D23}" srcOrd="0" destOrd="0" presId="urn:microsoft.com/office/officeart/2005/8/layout/matrix3"/>
    <dgm:cxn modelId="{A31A01B4-CBB8-4F82-8A99-36C28D7AEBC5}" type="presParOf" srcId="{5875BF1D-747F-4FC7-A07D-B75458F8A734}" destId="{34648606-04E4-448B-BA8B-0929AAE3718F}" srcOrd="1" destOrd="0" presId="urn:microsoft.com/office/officeart/2005/8/layout/matrix3"/>
    <dgm:cxn modelId="{A8424C18-981B-4972-9F20-1F171C42B87B}" type="presParOf" srcId="{5875BF1D-747F-4FC7-A07D-B75458F8A734}" destId="{4F9C5520-77A0-49E7-8D4A-2D83E644BAD5}" srcOrd="2" destOrd="0" presId="urn:microsoft.com/office/officeart/2005/8/layout/matrix3"/>
    <dgm:cxn modelId="{F6322CBF-41F9-4551-9F54-FA213C19E1A7}" type="presParOf" srcId="{5875BF1D-747F-4FC7-A07D-B75458F8A734}" destId="{FFA98EE6-2270-42A8-A817-53AF982FBCFA}" srcOrd="3" destOrd="0" presId="urn:microsoft.com/office/officeart/2005/8/layout/matrix3"/>
    <dgm:cxn modelId="{034192FA-23E7-465A-9379-3E3113D49EFE}" type="presParOf" srcId="{5875BF1D-747F-4FC7-A07D-B75458F8A734}" destId="{7C6FFC3B-C97D-4A6C-A453-B38B216D6E3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2DFAC13-3A09-4309-8EE9-A0F9BC2DBA2A}" type="doc">
      <dgm:prSet loTypeId="urn:microsoft.com/office/officeart/2008/layout/LinedList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17DB9298-53D8-4097-90FC-46189961144F}">
      <dgm:prSet custT="1"/>
      <dgm:spPr/>
      <dgm:t>
        <a:bodyPr/>
        <a:lstStyle/>
        <a:p>
          <a:r>
            <a:rPr lang="en-US" sz="1800" b="1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Zhang, X., Zhao, Y., &amp; Wang, S. (2021). </a:t>
          </a:r>
          <a:r>
            <a:rPr lang="en-US" sz="18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An AI-based Approach for Efficient Resume Screening. Journal of Computational Methods, 56(3), 678-692.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6FEB81-E05E-4524-BAAF-6FB37EB17567}" type="parTrans" cxnId="{42789B73-7AFC-4E3B-90CE-701A3915B605}">
      <dgm:prSet/>
      <dgm:spPr/>
      <dgm:t>
        <a:bodyPr/>
        <a:lstStyle/>
        <a:p>
          <a:endParaRPr lang="en-US"/>
        </a:p>
      </dgm:t>
    </dgm:pt>
    <dgm:pt modelId="{80458E8F-FD88-4823-A718-51DA3AE9E42F}" type="sibTrans" cxnId="{42789B73-7AFC-4E3B-90CE-701A3915B605}">
      <dgm:prSet/>
      <dgm:spPr/>
      <dgm:t>
        <a:bodyPr/>
        <a:lstStyle/>
        <a:p>
          <a:endParaRPr lang="en-US"/>
        </a:p>
      </dgm:t>
    </dgm:pt>
    <dgm:pt modelId="{32DCC054-3D71-48D1-847A-F28610D0A4CE}">
      <dgm:prSet custT="1"/>
      <dgm:spPr/>
      <dgm:t>
        <a:bodyPr/>
        <a:lstStyle/>
        <a:p>
          <a:r>
            <a:rPr lang="en-US" sz="1800" b="1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Chowdhury, G. (2003). </a:t>
          </a:r>
          <a:r>
            <a:rPr lang="en-US" sz="18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Natural Language Processing. Annual Review of Information Science and Technology, 37(1), 51-89.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8745D2-AE19-4C82-89B0-D460C06D51AC}" type="parTrans" cxnId="{FE872623-4281-4C6C-961E-A7B03E4BAEBE}">
      <dgm:prSet/>
      <dgm:spPr/>
      <dgm:t>
        <a:bodyPr/>
        <a:lstStyle/>
        <a:p>
          <a:endParaRPr lang="en-US"/>
        </a:p>
      </dgm:t>
    </dgm:pt>
    <dgm:pt modelId="{B198913E-81CB-4026-9537-EA2AC41C8605}" type="sibTrans" cxnId="{FE872623-4281-4C6C-961E-A7B03E4BAEBE}">
      <dgm:prSet/>
      <dgm:spPr/>
      <dgm:t>
        <a:bodyPr/>
        <a:lstStyle/>
        <a:p>
          <a:endParaRPr lang="en-US"/>
        </a:p>
      </dgm:t>
    </dgm:pt>
    <dgm:pt modelId="{E7B0C91F-EA4D-4367-A7AB-CE9E33714A37}">
      <dgm:prSet custT="1"/>
      <dgm:spPr/>
      <dgm:t>
        <a:bodyPr/>
        <a:lstStyle/>
        <a:p>
          <a:r>
            <a:rPr lang="en-US" sz="1800" b="1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Devlin, J., Chang, M. W., Lee, K., &amp; Toutanova, K. (2019). </a:t>
          </a:r>
          <a:r>
            <a:rPr lang="en-US" sz="18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BERT: Pre-training of Deep Bidirectional Transformers for Language Understanding. Proceedings of the 2019 Conference of the North American Chapter of the Association for Computational Linguistics, 4171–4186.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CBA7D9-56FA-4EA8-8AEC-1321887CF87B}" type="parTrans" cxnId="{0D5C41BC-6728-4D33-A7CE-BCAA402BEA70}">
      <dgm:prSet/>
      <dgm:spPr/>
      <dgm:t>
        <a:bodyPr/>
        <a:lstStyle/>
        <a:p>
          <a:endParaRPr lang="en-US"/>
        </a:p>
      </dgm:t>
    </dgm:pt>
    <dgm:pt modelId="{7DC9F056-09FE-4C75-B2F1-85D4B5C73DF4}" type="sibTrans" cxnId="{0D5C41BC-6728-4D33-A7CE-BCAA402BEA70}">
      <dgm:prSet/>
      <dgm:spPr/>
      <dgm:t>
        <a:bodyPr/>
        <a:lstStyle/>
        <a:p>
          <a:endParaRPr lang="en-US"/>
        </a:p>
      </dgm:t>
    </dgm:pt>
    <dgm:pt modelId="{32619B26-2EFE-4914-9AA1-00AC9968D92B}">
      <dgm:prSet custT="1"/>
      <dgm:spPr/>
      <dgm:t>
        <a:bodyPr/>
        <a:lstStyle/>
        <a:p>
          <a:r>
            <a:rPr lang="en-US" sz="1800" b="1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Manning, C. D., Raghavan, P., &amp; Schütze, H. (2008). </a:t>
          </a:r>
          <a:r>
            <a:rPr lang="en-US" sz="18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Information Retrieval. Cambridge University Press.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62848-4F51-411E-A226-61A1728B8EA4}" type="parTrans" cxnId="{0CC57356-D7D1-46E4-B343-84ABA5C56E3A}">
      <dgm:prSet/>
      <dgm:spPr/>
      <dgm:t>
        <a:bodyPr/>
        <a:lstStyle/>
        <a:p>
          <a:endParaRPr lang="en-US"/>
        </a:p>
      </dgm:t>
    </dgm:pt>
    <dgm:pt modelId="{D1C7B3E8-4AAA-4DFC-8592-932E8E1BF6A2}" type="sibTrans" cxnId="{0CC57356-D7D1-46E4-B343-84ABA5C56E3A}">
      <dgm:prSet/>
      <dgm:spPr/>
      <dgm:t>
        <a:bodyPr/>
        <a:lstStyle/>
        <a:p>
          <a:endParaRPr lang="en-US"/>
        </a:p>
      </dgm:t>
    </dgm:pt>
    <dgm:pt modelId="{465A37DA-EBE3-43BF-A233-CEE56B5FEB06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Ruder, S. (2019). 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Transfer Learning - Machine Learning's Next Frontier. Gradient Research Paper Series.</a:t>
          </a:r>
        </a:p>
      </dgm:t>
    </dgm:pt>
    <dgm:pt modelId="{5CDEF125-FDE1-4764-A45A-84EA23C21419}" type="parTrans" cxnId="{DC8D6780-9CD0-4F1E-A030-3E141F172E75}">
      <dgm:prSet/>
      <dgm:spPr/>
      <dgm:t>
        <a:bodyPr/>
        <a:lstStyle/>
        <a:p>
          <a:endParaRPr lang="en-US"/>
        </a:p>
      </dgm:t>
    </dgm:pt>
    <dgm:pt modelId="{00BADB5D-E73F-4C5F-B1D1-1B0B6613B418}" type="sibTrans" cxnId="{DC8D6780-9CD0-4F1E-A030-3E141F172E75}">
      <dgm:prSet/>
      <dgm:spPr/>
      <dgm:t>
        <a:bodyPr/>
        <a:lstStyle/>
        <a:p>
          <a:endParaRPr lang="en-US"/>
        </a:p>
      </dgm:t>
    </dgm:pt>
    <dgm:pt modelId="{B290DA08-0C7E-42BB-9DD5-54DAD386D226}" type="pres">
      <dgm:prSet presAssocID="{A2DFAC13-3A09-4309-8EE9-A0F9BC2DBA2A}" presName="vert0" presStyleCnt="0">
        <dgm:presLayoutVars>
          <dgm:dir/>
          <dgm:animOne val="branch"/>
          <dgm:animLvl val="lvl"/>
        </dgm:presLayoutVars>
      </dgm:prSet>
      <dgm:spPr/>
    </dgm:pt>
    <dgm:pt modelId="{C6A7529F-3B3D-443D-97C4-E1B98A07DA41}" type="pres">
      <dgm:prSet presAssocID="{17DB9298-53D8-4097-90FC-46189961144F}" presName="thickLine" presStyleLbl="alignNode1" presStyleIdx="0" presStyleCnt="5"/>
      <dgm:spPr/>
    </dgm:pt>
    <dgm:pt modelId="{AEB89BC4-EAC4-415F-A4BC-CC4F4B35DFAD}" type="pres">
      <dgm:prSet presAssocID="{17DB9298-53D8-4097-90FC-46189961144F}" presName="horz1" presStyleCnt="0"/>
      <dgm:spPr/>
    </dgm:pt>
    <dgm:pt modelId="{024E86CC-FF1B-4165-B873-6D3CC2767367}" type="pres">
      <dgm:prSet presAssocID="{17DB9298-53D8-4097-90FC-46189961144F}" presName="tx1" presStyleLbl="revTx" presStyleIdx="0" presStyleCnt="5" custScaleY="341855"/>
      <dgm:spPr/>
    </dgm:pt>
    <dgm:pt modelId="{7D884299-9659-44DE-9FF1-A5CE0157285D}" type="pres">
      <dgm:prSet presAssocID="{17DB9298-53D8-4097-90FC-46189961144F}" presName="vert1" presStyleCnt="0"/>
      <dgm:spPr/>
    </dgm:pt>
    <dgm:pt modelId="{E52E94F5-C337-494C-B042-2ED0ED5D5509}" type="pres">
      <dgm:prSet presAssocID="{32DCC054-3D71-48D1-847A-F28610D0A4CE}" presName="thickLine" presStyleLbl="alignNode1" presStyleIdx="1" presStyleCnt="5"/>
      <dgm:spPr/>
    </dgm:pt>
    <dgm:pt modelId="{90F76EE2-1CC9-47DB-B6BD-B386B87A0D72}" type="pres">
      <dgm:prSet presAssocID="{32DCC054-3D71-48D1-847A-F28610D0A4CE}" presName="horz1" presStyleCnt="0"/>
      <dgm:spPr/>
    </dgm:pt>
    <dgm:pt modelId="{9EA1E7C1-E61D-4569-95E2-4EC9CA3D5E12}" type="pres">
      <dgm:prSet presAssocID="{32DCC054-3D71-48D1-847A-F28610D0A4CE}" presName="tx1" presStyleLbl="revTx" presStyleIdx="1" presStyleCnt="5" custScaleY="360268"/>
      <dgm:spPr/>
    </dgm:pt>
    <dgm:pt modelId="{1876A919-FF9A-4A14-86D3-D8729DF4F7FA}" type="pres">
      <dgm:prSet presAssocID="{32DCC054-3D71-48D1-847A-F28610D0A4CE}" presName="vert1" presStyleCnt="0"/>
      <dgm:spPr/>
    </dgm:pt>
    <dgm:pt modelId="{FABEB594-36B3-4984-A44F-ECDCFC1F2473}" type="pres">
      <dgm:prSet presAssocID="{E7B0C91F-EA4D-4367-A7AB-CE9E33714A37}" presName="thickLine" presStyleLbl="alignNode1" presStyleIdx="2" presStyleCnt="5"/>
      <dgm:spPr/>
    </dgm:pt>
    <dgm:pt modelId="{DECCAAEE-6D54-4C91-87E7-3C0474D60C56}" type="pres">
      <dgm:prSet presAssocID="{E7B0C91F-EA4D-4367-A7AB-CE9E33714A37}" presName="horz1" presStyleCnt="0"/>
      <dgm:spPr/>
    </dgm:pt>
    <dgm:pt modelId="{173411D4-FEB0-430D-B176-1B8E2B1111C3}" type="pres">
      <dgm:prSet presAssocID="{E7B0C91F-EA4D-4367-A7AB-CE9E33714A37}" presName="tx1" presStyleLbl="revTx" presStyleIdx="2" presStyleCnt="5" custScaleY="453206"/>
      <dgm:spPr/>
    </dgm:pt>
    <dgm:pt modelId="{93FA471E-1455-447D-92BB-A60143C9A469}" type="pres">
      <dgm:prSet presAssocID="{E7B0C91F-EA4D-4367-A7AB-CE9E33714A37}" presName="vert1" presStyleCnt="0"/>
      <dgm:spPr/>
    </dgm:pt>
    <dgm:pt modelId="{1095F3E4-13F2-41ED-A3F6-E734E04FAACD}" type="pres">
      <dgm:prSet presAssocID="{32619B26-2EFE-4914-9AA1-00AC9968D92B}" presName="thickLine" presStyleLbl="alignNode1" presStyleIdx="3" presStyleCnt="5"/>
      <dgm:spPr/>
    </dgm:pt>
    <dgm:pt modelId="{F5264464-5BA9-4678-A817-ABF329D72480}" type="pres">
      <dgm:prSet presAssocID="{32619B26-2EFE-4914-9AA1-00AC9968D92B}" presName="horz1" presStyleCnt="0"/>
      <dgm:spPr/>
    </dgm:pt>
    <dgm:pt modelId="{7F91465E-C0CB-4FF8-919A-A8F5FDB9D3C3}" type="pres">
      <dgm:prSet presAssocID="{32619B26-2EFE-4914-9AA1-00AC9968D92B}" presName="tx1" presStyleLbl="revTx" presStyleIdx="3" presStyleCnt="5" custScaleY="354076"/>
      <dgm:spPr/>
    </dgm:pt>
    <dgm:pt modelId="{3622E7F7-5977-4D5A-BA1E-3E811D70277D}" type="pres">
      <dgm:prSet presAssocID="{32619B26-2EFE-4914-9AA1-00AC9968D92B}" presName="vert1" presStyleCnt="0"/>
      <dgm:spPr/>
    </dgm:pt>
    <dgm:pt modelId="{21AEB4D9-40CE-404F-83BE-483B89991C80}" type="pres">
      <dgm:prSet presAssocID="{465A37DA-EBE3-43BF-A233-CEE56B5FEB06}" presName="thickLine" presStyleLbl="alignNode1" presStyleIdx="4" presStyleCnt="5"/>
      <dgm:spPr/>
    </dgm:pt>
    <dgm:pt modelId="{BF4DAE44-20A4-4EE9-A452-C9534031EABB}" type="pres">
      <dgm:prSet presAssocID="{465A37DA-EBE3-43BF-A233-CEE56B5FEB06}" presName="horz1" presStyleCnt="0"/>
      <dgm:spPr/>
    </dgm:pt>
    <dgm:pt modelId="{D7573FED-9319-41BB-AB32-5507334722B3}" type="pres">
      <dgm:prSet presAssocID="{465A37DA-EBE3-43BF-A233-CEE56B5FEB06}" presName="tx1" presStyleLbl="revTx" presStyleIdx="4" presStyleCnt="5" custScaleY="341855"/>
      <dgm:spPr/>
    </dgm:pt>
    <dgm:pt modelId="{0956576E-0E89-43C9-8705-5D81EB9271CC}" type="pres">
      <dgm:prSet presAssocID="{465A37DA-EBE3-43BF-A233-CEE56B5FEB06}" presName="vert1" presStyleCnt="0"/>
      <dgm:spPr/>
    </dgm:pt>
  </dgm:ptLst>
  <dgm:cxnLst>
    <dgm:cxn modelId="{19DE3A21-36F7-4689-8F2F-B734890D4040}" type="presOf" srcId="{17DB9298-53D8-4097-90FC-46189961144F}" destId="{024E86CC-FF1B-4165-B873-6D3CC2767367}" srcOrd="0" destOrd="0" presId="urn:microsoft.com/office/officeart/2008/layout/LinedList"/>
    <dgm:cxn modelId="{FE872623-4281-4C6C-961E-A7B03E4BAEBE}" srcId="{A2DFAC13-3A09-4309-8EE9-A0F9BC2DBA2A}" destId="{32DCC054-3D71-48D1-847A-F28610D0A4CE}" srcOrd="1" destOrd="0" parTransId="{4B8745D2-AE19-4C82-89B0-D460C06D51AC}" sibTransId="{B198913E-81CB-4026-9537-EA2AC41C8605}"/>
    <dgm:cxn modelId="{37FCB261-3D44-4F1A-B0F3-44EBFD1977AB}" type="presOf" srcId="{32DCC054-3D71-48D1-847A-F28610D0A4CE}" destId="{9EA1E7C1-E61D-4569-95E2-4EC9CA3D5E12}" srcOrd="0" destOrd="0" presId="urn:microsoft.com/office/officeart/2008/layout/LinedList"/>
    <dgm:cxn modelId="{40D7786D-7873-49EB-A338-C11850068360}" type="presOf" srcId="{A2DFAC13-3A09-4309-8EE9-A0F9BC2DBA2A}" destId="{B290DA08-0C7E-42BB-9DD5-54DAD386D226}" srcOrd="0" destOrd="0" presId="urn:microsoft.com/office/officeart/2008/layout/LinedList"/>
    <dgm:cxn modelId="{42789B73-7AFC-4E3B-90CE-701A3915B605}" srcId="{A2DFAC13-3A09-4309-8EE9-A0F9BC2DBA2A}" destId="{17DB9298-53D8-4097-90FC-46189961144F}" srcOrd="0" destOrd="0" parTransId="{D36FEB81-E05E-4524-BAAF-6FB37EB17567}" sibTransId="{80458E8F-FD88-4823-A718-51DA3AE9E42F}"/>
    <dgm:cxn modelId="{0CC57356-D7D1-46E4-B343-84ABA5C56E3A}" srcId="{A2DFAC13-3A09-4309-8EE9-A0F9BC2DBA2A}" destId="{32619B26-2EFE-4914-9AA1-00AC9968D92B}" srcOrd="3" destOrd="0" parTransId="{E7662848-4F51-411E-A226-61A1728B8EA4}" sibTransId="{D1C7B3E8-4AAA-4DFC-8592-932E8E1BF6A2}"/>
    <dgm:cxn modelId="{E0E2B87A-2732-4017-A306-58943B85E11C}" type="presOf" srcId="{465A37DA-EBE3-43BF-A233-CEE56B5FEB06}" destId="{D7573FED-9319-41BB-AB32-5507334722B3}" srcOrd="0" destOrd="0" presId="urn:microsoft.com/office/officeart/2008/layout/LinedList"/>
    <dgm:cxn modelId="{DC8D6780-9CD0-4F1E-A030-3E141F172E75}" srcId="{A2DFAC13-3A09-4309-8EE9-A0F9BC2DBA2A}" destId="{465A37DA-EBE3-43BF-A233-CEE56B5FEB06}" srcOrd="4" destOrd="0" parTransId="{5CDEF125-FDE1-4764-A45A-84EA23C21419}" sibTransId="{00BADB5D-E73F-4C5F-B1D1-1B0B6613B418}"/>
    <dgm:cxn modelId="{AC6AC8B0-72F5-4D20-87E5-0AE21A6DC17F}" type="presOf" srcId="{32619B26-2EFE-4914-9AA1-00AC9968D92B}" destId="{7F91465E-C0CB-4FF8-919A-A8F5FDB9D3C3}" srcOrd="0" destOrd="0" presId="urn:microsoft.com/office/officeart/2008/layout/LinedList"/>
    <dgm:cxn modelId="{0D5C41BC-6728-4D33-A7CE-BCAA402BEA70}" srcId="{A2DFAC13-3A09-4309-8EE9-A0F9BC2DBA2A}" destId="{E7B0C91F-EA4D-4367-A7AB-CE9E33714A37}" srcOrd="2" destOrd="0" parTransId="{FFCBA7D9-56FA-4EA8-8AEC-1321887CF87B}" sibTransId="{7DC9F056-09FE-4C75-B2F1-85D4B5C73DF4}"/>
    <dgm:cxn modelId="{DE1395DC-D218-4190-9120-599FEF3E39AC}" type="presOf" srcId="{E7B0C91F-EA4D-4367-A7AB-CE9E33714A37}" destId="{173411D4-FEB0-430D-B176-1B8E2B1111C3}" srcOrd="0" destOrd="0" presId="urn:microsoft.com/office/officeart/2008/layout/LinedList"/>
    <dgm:cxn modelId="{73A0311B-9641-4CC4-8E00-E797B3694547}" type="presParOf" srcId="{B290DA08-0C7E-42BB-9DD5-54DAD386D226}" destId="{C6A7529F-3B3D-443D-97C4-E1B98A07DA41}" srcOrd="0" destOrd="0" presId="urn:microsoft.com/office/officeart/2008/layout/LinedList"/>
    <dgm:cxn modelId="{499D0601-1237-4632-BA9E-01C92CCDCC3E}" type="presParOf" srcId="{B290DA08-0C7E-42BB-9DD5-54DAD386D226}" destId="{AEB89BC4-EAC4-415F-A4BC-CC4F4B35DFAD}" srcOrd="1" destOrd="0" presId="urn:microsoft.com/office/officeart/2008/layout/LinedList"/>
    <dgm:cxn modelId="{C88E7997-F64D-4234-9957-880924758AEF}" type="presParOf" srcId="{AEB89BC4-EAC4-415F-A4BC-CC4F4B35DFAD}" destId="{024E86CC-FF1B-4165-B873-6D3CC2767367}" srcOrd="0" destOrd="0" presId="urn:microsoft.com/office/officeart/2008/layout/LinedList"/>
    <dgm:cxn modelId="{65126BD8-E78B-41AE-93CF-74BEE708762A}" type="presParOf" srcId="{AEB89BC4-EAC4-415F-A4BC-CC4F4B35DFAD}" destId="{7D884299-9659-44DE-9FF1-A5CE0157285D}" srcOrd="1" destOrd="0" presId="urn:microsoft.com/office/officeart/2008/layout/LinedList"/>
    <dgm:cxn modelId="{B4535378-DDB3-4C41-9AC7-7659C7D985D3}" type="presParOf" srcId="{B290DA08-0C7E-42BB-9DD5-54DAD386D226}" destId="{E52E94F5-C337-494C-B042-2ED0ED5D5509}" srcOrd="2" destOrd="0" presId="urn:microsoft.com/office/officeart/2008/layout/LinedList"/>
    <dgm:cxn modelId="{217B3D29-BBC9-4B5F-B216-72259213AB23}" type="presParOf" srcId="{B290DA08-0C7E-42BB-9DD5-54DAD386D226}" destId="{90F76EE2-1CC9-47DB-B6BD-B386B87A0D72}" srcOrd="3" destOrd="0" presId="urn:microsoft.com/office/officeart/2008/layout/LinedList"/>
    <dgm:cxn modelId="{0E36DE68-2182-475B-BAD9-28CB343E18D5}" type="presParOf" srcId="{90F76EE2-1CC9-47DB-B6BD-B386B87A0D72}" destId="{9EA1E7C1-E61D-4569-95E2-4EC9CA3D5E12}" srcOrd="0" destOrd="0" presId="urn:microsoft.com/office/officeart/2008/layout/LinedList"/>
    <dgm:cxn modelId="{5053735E-45FB-47FB-AB8F-167DB7F6AA33}" type="presParOf" srcId="{90F76EE2-1CC9-47DB-B6BD-B386B87A0D72}" destId="{1876A919-FF9A-4A14-86D3-D8729DF4F7FA}" srcOrd="1" destOrd="0" presId="urn:microsoft.com/office/officeart/2008/layout/LinedList"/>
    <dgm:cxn modelId="{AC5585CF-22AA-418A-A4EE-2FB3AC42DBA1}" type="presParOf" srcId="{B290DA08-0C7E-42BB-9DD5-54DAD386D226}" destId="{FABEB594-36B3-4984-A44F-ECDCFC1F2473}" srcOrd="4" destOrd="0" presId="urn:microsoft.com/office/officeart/2008/layout/LinedList"/>
    <dgm:cxn modelId="{A44EBEAF-8C6C-49DF-95E1-2D3734B06B18}" type="presParOf" srcId="{B290DA08-0C7E-42BB-9DD5-54DAD386D226}" destId="{DECCAAEE-6D54-4C91-87E7-3C0474D60C56}" srcOrd="5" destOrd="0" presId="urn:microsoft.com/office/officeart/2008/layout/LinedList"/>
    <dgm:cxn modelId="{49189F39-F8B0-4AA4-9CF7-E58233696FAC}" type="presParOf" srcId="{DECCAAEE-6D54-4C91-87E7-3C0474D60C56}" destId="{173411D4-FEB0-430D-B176-1B8E2B1111C3}" srcOrd="0" destOrd="0" presId="urn:microsoft.com/office/officeart/2008/layout/LinedList"/>
    <dgm:cxn modelId="{A5F8927B-AD70-4271-8B6E-80F5E21C35B5}" type="presParOf" srcId="{DECCAAEE-6D54-4C91-87E7-3C0474D60C56}" destId="{93FA471E-1455-447D-92BB-A60143C9A469}" srcOrd="1" destOrd="0" presId="urn:microsoft.com/office/officeart/2008/layout/LinedList"/>
    <dgm:cxn modelId="{3A11DB28-505E-4062-A79E-B3B10ECD8857}" type="presParOf" srcId="{B290DA08-0C7E-42BB-9DD5-54DAD386D226}" destId="{1095F3E4-13F2-41ED-A3F6-E734E04FAACD}" srcOrd="6" destOrd="0" presId="urn:microsoft.com/office/officeart/2008/layout/LinedList"/>
    <dgm:cxn modelId="{BF65481A-FC5A-40BB-8F29-3ED702D73F72}" type="presParOf" srcId="{B290DA08-0C7E-42BB-9DD5-54DAD386D226}" destId="{F5264464-5BA9-4678-A817-ABF329D72480}" srcOrd="7" destOrd="0" presId="urn:microsoft.com/office/officeart/2008/layout/LinedList"/>
    <dgm:cxn modelId="{8909B6E4-D5E7-43CD-8BCF-CBC886C1DD60}" type="presParOf" srcId="{F5264464-5BA9-4678-A817-ABF329D72480}" destId="{7F91465E-C0CB-4FF8-919A-A8F5FDB9D3C3}" srcOrd="0" destOrd="0" presId="urn:microsoft.com/office/officeart/2008/layout/LinedList"/>
    <dgm:cxn modelId="{63FDCE6E-58BA-4856-A5D1-92D33A8C6D59}" type="presParOf" srcId="{F5264464-5BA9-4678-A817-ABF329D72480}" destId="{3622E7F7-5977-4D5A-BA1E-3E811D70277D}" srcOrd="1" destOrd="0" presId="urn:microsoft.com/office/officeart/2008/layout/LinedList"/>
    <dgm:cxn modelId="{A540698F-CA4E-42D7-9FA1-D9EA63F9F32E}" type="presParOf" srcId="{B290DA08-0C7E-42BB-9DD5-54DAD386D226}" destId="{21AEB4D9-40CE-404F-83BE-483B89991C80}" srcOrd="8" destOrd="0" presId="urn:microsoft.com/office/officeart/2008/layout/LinedList"/>
    <dgm:cxn modelId="{CC01B6CF-0815-4B33-BF64-A23C2737C39D}" type="presParOf" srcId="{B290DA08-0C7E-42BB-9DD5-54DAD386D226}" destId="{BF4DAE44-20A4-4EE9-A452-C9534031EABB}" srcOrd="9" destOrd="0" presId="urn:microsoft.com/office/officeart/2008/layout/LinedList"/>
    <dgm:cxn modelId="{597B8631-EF5F-476A-8EA5-828BB7F5BF00}" type="presParOf" srcId="{BF4DAE44-20A4-4EE9-A452-C9534031EABB}" destId="{D7573FED-9319-41BB-AB32-5507334722B3}" srcOrd="0" destOrd="0" presId="urn:microsoft.com/office/officeart/2008/layout/LinedList"/>
    <dgm:cxn modelId="{5B7D47A9-7B57-4036-958D-8209833B56F9}" type="presParOf" srcId="{BF4DAE44-20A4-4EE9-A452-C9534031EABB}" destId="{0956576E-0E89-43C9-8705-5D81EB9271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682D7E-9205-4385-A6E1-C01FE6C7920E}">
      <dsp:nvSpPr>
        <dsp:cNvPr id="0" name=""/>
        <dsp:cNvSpPr/>
      </dsp:nvSpPr>
      <dsp:spPr>
        <a:xfrm>
          <a:off x="0" y="2124"/>
          <a:ext cx="1051718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44D84-53C3-4757-85C5-F27968B25538}">
      <dsp:nvSpPr>
        <dsp:cNvPr id="0" name=""/>
        <dsp:cNvSpPr/>
      </dsp:nvSpPr>
      <dsp:spPr>
        <a:xfrm>
          <a:off x="0" y="2124"/>
          <a:ext cx="10517188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Automate Resume Screening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Reduce manual effort in filtering candidates by automating the process using AI.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124"/>
        <a:ext cx="10517188" cy="724514"/>
      </dsp:txXfrm>
    </dsp:sp>
    <dsp:sp modelId="{E9A8A978-1E66-4300-8B2E-9FA742950102}">
      <dsp:nvSpPr>
        <dsp:cNvPr id="0" name=""/>
        <dsp:cNvSpPr/>
      </dsp:nvSpPr>
      <dsp:spPr>
        <a:xfrm>
          <a:off x="0" y="726639"/>
          <a:ext cx="1051718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31C1B-5918-4648-9926-DE2402805533}">
      <dsp:nvSpPr>
        <dsp:cNvPr id="0" name=""/>
        <dsp:cNvSpPr/>
      </dsp:nvSpPr>
      <dsp:spPr>
        <a:xfrm>
          <a:off x="0" y="726639"/>
          <a:ext cx="10517188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 Efficiency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Speed up the resume screening process, allowing HR teams to focus on higher-value tasks.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726639"/>
        <a:ext cx="10517188" cy="724514"/>
      </dsp:txXfrm>
    </dsp:sp>
    <dsp:sp modelId="{34F0395B-1124-4606-96A0-444EB198964C}">
      <dsp:nvSpPr>
        <dsp:cNvPr id="0" name=""/>
        <dsp:cNvSpPr/>
      </dsp:nvSpPr>
      <dsp:spPr>
        <a:xfrm>
          <a:off x="0" y="1451154"/>
          <a:ext cx="1051718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86D8E-AC17-46F6-9780-DDEBBF59817B}">
      <dsp:nvSpPr>
        <dsp:cNvPr id="0" name=""/>
        <dsp:cNvSpPr/>
      </dsp:nvSpPr>
      <dsp:spPr>
        <a:xfrm>
          <a:off x="0" y="1451154"/>
          <a:ext cx="10517188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I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Improve Accuracy</a:t>
          </a: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: Use data-driven algorithms to make more accurate decisions about candidate qualifications.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451154"/>
        <a:ext cx="10517188" cy="724514"/>
      </dsp:txXfrm>
    </dsp:sp>
    <dsp:sp modelId="{124E779C-4AEC-457B-9D97-16AE33BFEE9D}">
      <dsp:nvSpPr>
        <dsp:cNvPr id="0" name=""/>
        <dsp:cNvSpPr/>
      </dsp:nvSpPr>
      <dsp:spPr>
        <a:xfrm>
          <a:off x="0" y="2175669"/>
          <a:ext cx="1051718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C2AF52-235E-426D-B974-D5EE71D96501}">
      <dsp:nvSpPr>
        <dsp:cNvPr id="0" name=""/>
        <dsp:cNvSpPr/>
      </dsp:nvSpPr>
      <dsp:spPr>
        <a:xfrm>
          <a:off x="0" y="2175669"/>
          <a:ext cx="10517188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I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Cost Reduction</a:t>
          </a: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: Decrease the operational costs associated with hiring, especially in large-scale recruitment drives.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175669"/>
        <a:ext cx="10517188" cy="724514"/>
      </dsp:txXfrm>
    </dsp:sp>
    <dsp:sp modelId="{4036DF7F-4464-4990-A341-740DD405CD17}">
      <dsp:nvSpPr>
        <dsp:cNvPr id="0" name=""/>
        <dsp:cNvSpPr/>
      </dsp:nvSpPr>
      <dsp:spPr>
        <a:xfrm>
          <a:off x="0" y="2900183"/>
          <a:ext cx="1051718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278D2-1D9F-4F33-8AEB-E8E896FFE73B}">
      <dsp:nvSpPr>
        <dsp:cNvPr id="0" name=""/>
        <dsp:cNvSpPr/>
      </dsp:nvSpPr>
      <dsp:spPr>
        <a:xfrm>
          <a:off x="0" y="2900183"/>
          <a:ext cx="10517188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en-I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Enhanced Candidate Experience</a:t>
          </a: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: Provide faster feedback to applicants by streamlining the screening process.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900183"/>
        <a:ext cx="10517188" cy="724514"/>
      </dsp:txXfrm>
    </dsp:sp>
    <dsp:sp modelId="{A0499B02-A6B8-421D-B315-4401256B0F25}">
      <dsp:nvSpPr>
        <dsp:cNvPr id="0" name=""/>
        <dsp:cNvSpPr/>
      </dsp:nvSpPr>
      <dsp:spPr>
        <a:xfrm>
          <a:off x="0" y="3624698"/>
          <a:ext cx="1051718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FCC81-849C-46A0-BFB6-4EDA1A0B1D4D}">
      <dsp:nvSpPr>
        <dsp:cNvPr id="0" name=""/>
        <dsp:cNvSpPr/>
      </dsp:nvSpPr>
      <dsp:spPr>
        <a:xfrm>
          <a:off x="0" y="3624698"/>
          <a:ext cx="10517188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6.</a:t>
          </a: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Data Utilization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Leverage past hiring data to improve the model's accuracy over time.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624698"/>
        <a:ext cx="10517188" cy="724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F3B5F-65D8-4014-B02B-B7017EC3C48E}">
      <dsp:nvSpPr>
        <dsp:cNvPr id="0" name=""/>
        <dsp:cNvSpPr/>
      </dsp:nvSpPr>
      <dsp:spPr>
        <a:xfrm>
          <a:off x="0" y="4233"/>
          <a:ext cx="10801498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34C85-DE6F-4750-9964-9493FAC379E7}">
      <dsp:nvSpPr>
        <dsp:cNvPr id="0" name=""/>
        <dsp:cNvSpPr/>
      </dsp:nvSpPr>
      <dsp:spPr>
        <a:xfrm>
          <a:off x="0" y="4233"/>
          <a:ext cx="10790949" cy="817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Manual Resume Screening: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Currently, recruiters manually screen resumes, which is time-consuming and prone to human errors.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233"/>
        <a:ext cx="10790949" cy="817061"/>
      </dsp:txXfrm>
    </dsp:sp>
    <dsp:sp modelId="{016548AE-A998-4086-AA73-BC700225DBD9}">
      <dsp:nvSpPr>
        <dsp:cNvPr id="0" name=""/>
        <dsp:cNvSpPr/>
      </dsp:nvSpPr>
      <dsp:spPr>
        <a:xfrm>
          <a:off x="0" y="821294"/>
          <a:ext cx="10801498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265D8-D18E-4BDB-8957-4B91C6212090}">
      <dsp:nvSpPr>
        <dsp:cNvPr id="0" name=""/>
        <dsp:cNvSpPr/>
      </dsp:nvSpPr>
      <dsp:spPr>
        <a:xfrm>
          <a:off x="0" y="821294"/>
          <a:ext cx="10790949" cy="2232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Existing Automation Tools: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Applicant Tracking Systems (ATS):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These tools use keyword matching to filter resumes but often miss important context and nuances eg- Enhancv, Jobscan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Tools like </a:t>
          </a: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HireVue</a:t>
          </a: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LinkedIn Talent Insights </a:t>
          </a: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 AI, but many still rely on predefined rules instead of sophisticated learning algorithms.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AI-based Systems: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Some companies have begun implementing AI for resume screening, but these systems are often complex, expensive, or not customizable to small and medium-sized enterprises.</a:t>
          </a:r>
        </a:p>
      </dsp:txBody>
      <dsp:txXfrm>
        <a:off x="0" y="821294"/>
        <a:ext cx="10790949" cy="2232469"/>
      </dsp:txXfrm>
    </dsp:sp>
    <dsp:sp modelId="{D71EBE38-07F4-42D9-B531-18F8625B309C}">
      <dsp:nvSpPr>
        <dsp:cNvPr id="0" name=""/>
        <dsp:cNvSpPr/>
      </dsp:nvSpPr>
      <dsp:spPr>
        <a:xfrm>
          <a:off x="0" y="3053763"/>
          <a:ext cx="10801498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1B27B-B254-489B-B022-8AE5F9663EBA}">
      <dsp:nvSpPr>
        <dsp:cNvPr id="0" name=""/>
        <dsp:cNvSpPr/>
      </dsp:nvSpPr>
      <dsp:spPr>
        <a:xfrm>
          <a:off x="0" y="3053763"/>
          <a:ext cx="10790949" cy="169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 with Current Systems: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Lack of adaptability to different job roles.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NLP capabilities to handle unstructured resume formats.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Potential bias in automated systems due to biased training data.</a:t>
          </a:r>
        </a:p>
      </dsp:txBody>
      <dsp:txXfrm>
        <a:off x="0" y="3053763"/>
        <a:ext cx="10790949" cy="16945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BF140-3F2B-4DDF-827E-E90FBD9BABCF}">
      <dsp:nvSpPr>
        <dsp:cNvPr id="0" name=""/>
        <dsp:cNvSpPr/>
      </dsp:nvSpPr>
      <dsp:spPr>
        <a:xfrm>
          <a:off x="-6132536" y="-938903"/>
          <a:ext cx="7305153" cy="7305153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 w="12700" cap="flat" cmpd="sng" algn="ctr">
          <a:solidFill>
            <a:srgbClr val="0099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90D6EA-4D71-4002-B56D-1C249D9ECC3C}">
      <dsp:nvSpPr>
        <dsp:cNvPr id="0" name=""/>
        <dsp:cNvSpPr/>
      </dsp:nvSpPr>
      <dsp:spPr>
        <a:xfrm>
          <a:off x="380728" y="246727"/>
          <a:ext cx="11356128" cy="493237"/>
        </a:xfrm>
        <a:prstGeom prst="rect">
          <a:avLst/>
        </a:prstGeom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 w="12700" cap="flat" cmpd="sng" algn="ctr">
          <a:solidFill>
            <a:srgbClr val="0099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507" tIns="45720" rIns="45720" bIns="4572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Define Objectives</a:t>
          </a:r>
          <a:r>
            <a:rPr lang="en-US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Establish clear goals for the AI resume screening system.</a:t>
          </a:r>
        </a:p>
      </dsp:txBody>
      <dsp:txXfrm>
        <a:off x="380728" y="246727"/>
        <a:ext cx="11356128" cy="493237"/>
      </dsp:txXfrm>
    </dsp:sp>
    <dsp:sp modelId="{70C14A36-BD86-417A-8068-CBDF294AE0E3}">
      <dsp:nvSpPr>
        <dsp:cNvPr id="0" name=""/>
        <dsp:cNvSpPr/>
      </dsp:nvSpPr>
      <dsp:spPr>
        <a:xfrm>
          <a:off x="72455" y="185072"/>
          <a:ext cx="616546" cy="616546"/>
        </a:xfrm>
        <a:prstGeom prst="ellipse">
          <a:avLst/>
        </a:prstGeom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AF9F53-518A-486B-9CEC-0FC5C1FB7DB1}">
      <dsp:nvSpPr>
        <dsp:cNvPr id="0" name=""/>
        <dsp:cNvSpPr/>
      </dsp:nvSpPr>
      <dsp:spPr>
        <a:xfrm>
          <a:off x="827398" y="987017"/>
          <a:ext cx="10909458" cy="493237"/>
        </a:xfrm>
        <a:prstGeom prst="rect">
          <a:avLst/>
        </a:prstGeom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 w="12700" cap="flat" cmpd="sng" algn="ctr">
          <a:solidFill>
            <a:srgbClr val="0099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507" tIns="45720" rIns="45720" bIns="4572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Develop Timeline</a:t>
          </a:r>
          <a:r>
            <a:rPr lang="en-US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Create a schedule with key milestones (research, development, testing, deployment).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27398" y="987017"/>
        <a:ext cx="10909458" cy="493237"/>
      </dsp:txXfrm>
    </dsp:sp>
    <dsp:sp modelId="{2EEF84C9-9BAC-4707-ABB4-8A616B7D5FBA}">
      <dsp:nvSpPr>
        <dsp:cNvPr id="0" name=""/>
        <dsp:cNvSpPr/>
      </dsp:nvSpPr>
      <dsp:spPr>
        <a:xfrm>
          <a:off x="519125" y="925362"/>
          <a:ext cx="616546" cy="616546"/>
        </a:xfrm>
        <a:prstGeom prst="ellipse">
          <a:avLst/>
        </a:prstGeom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BCA10-4CDA-4D2E-AF64-0BFDE91DE6B9}">
      <dsp:nvSpPr>
        <dsp:cNvPr id="0" name=""/>
        <dsp:cNvSpPr/>
      </dsp:nvSpPr>
      <dsp:spPr>
        <a:xfrm>
          <a:off x="1072172" y="1726764"/>
          <a:ext cx="10664684" cy="493237"/>
        </a:xfrm>
        <a:prstGeom prst="rect">
          <a:avLst/>
        </a:prstGeom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 w="12700" cap="flat" cmpd="sng" algn="ctr">
          <a:solidFill>
            <a:srgbClr val="0099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507" tIns="45720" rIns="45720" bIns="4572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Allocate Resources</a:t>
          </a:r>
          <a:r>
            <a:rPr lang="en-US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Identify necessary software, hardware, and team roles.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72172" y="1726764"/>
        <a:ext cx="10664684" cy="493237"/>
      </dsp:txXfrm>
    </dsp:sp>
    <dsp:sp modelId="{4460B459-6884-4CF4-B4F4-F132FBD7C6C9}">
      <dsp:nvSpPr>
        <dsp:cNvPr id="0" name=""/>
        <dsp:cNvSpPr/>
      </dsp:nvSpPr>
      <dsp:spPr>
        <a:xfrm>
          <a:off x="763898" y="1665109"/>
          <a:ext cx="616546" cy="616546"/>
        </a:xfrm>
        <a:prstGeom prst="ellipse">
          <a:avLst/>
        </a:prstGeom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3AB1A7-49F9-4ABA-9E96-9340863FBCD2}">
      <dsp:nvSpPr>
        <dsp:cNvPr id="0" name=""/>
        <dsp:cNvSpPr/>
      </dsp:nvSpPr>
      <dsp:spPr>
        <a:xfrm>
          <a:off x="1150325" y="2467054"/>
          <a:ext cx="10586530" cy="493237"/>
        </a:xfrm>
        <a:prstGeom prst="rect">
          <a:avLst/>
        </a:prstGeom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 w="12700" cap="flat" cmpd="sng" algn="ctr">
          <a:solidFill>
            <a:srgbClr val="0099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507" tIns="45720" rIns="45720" bIns="4572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Research</a:t>
          </a:r>
          <a:r>
            <a:rPr lang="en-US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Investigate existing technologies and methodologies.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50325" y="2467054"/>
        <a:ext cx="10586530" cy="493237"/>
      </dsp:txXfrm>
    </dsp:sp>
    <dsp:sp modelId="{1A597B43-0736-454F-B38B-E3BEDC0E89D5}">
      <dsp:nvSpPr>
        <dsp:cNvPr id="0" name=""/>
        <dsp:cNvSpPr/>
      </dsp:nvSpPr>
      <dsp:spPr>
        <a:xfrm>
          <a:off x="842052" y="2405399"/>
          <a:ext cx="616546" cy="616546"/>
        </a:xfrm>
        <a:prstGeom prst="ellipse">
          <a:avLst/>
        </a:prstGeom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11CF6E-538F-466D-A581-4FE1D7B028AF}">
      <dsp:nvSpPr>
        <dsp:cNvPr id="0" name=""/>
        <dsp:cNvSpPr/>
      </dsp:nvSpPr>
      <dsp:spPr>
        <a:xfrm>
          <a:off x="1072172" y="3207344"/>
          <a:ext cx="10664684" cy="493237"/>
        </a:xfrm>
        <a:prstGeom prst="rect">
          <a:avLst/>
        </a:prstGeom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 w="12700" cap="flat" cmpd="sng" algn="ctr">
          <a:solidFill>
            <a:srgbClr val="0099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507" tIns="45720" rIns="45720" bIns="4572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Design &amp; Development</a:t>
          </a:r>
          <a:r>
            <a:rPr lang="en-US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Outline system architecture and begin coding.</a:t>
          </a:r>
        </a:p>
      </dsp:txBody>
      <dsp:txXfrm>
        <a:off x="1072172" y="3207344"/>
        <a:ext cx="10664684" cy="493237"/>
      </dsp:txXfrm>
    </dsp:sp>
    <dsp:sp modelId="{C77DC56F-7468-4F29-AA41-24BDE4A885FF}">
      <dsp:nvSpPr>
        <dsp:cNvPr id="0" name=""/>
        <dsp:cNvSpPr/>
      </dsp:nvSpPr>
      <dsp:spPr>
        <a:xfrm>
          <a:off x="763898" y="3145689"/>
          <a:ext cx="616546" cy="616546"/>
        </a:xfrm>
        <a:prstGeom prst="ellipse">
          <a:avLst/>
        </a:prstGeom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B9591-E319-42BF-B88F-A465BD6A6924}">
      <dsp:nvSpPr>
        <dsp:cNvPr id="0" name=""/>
        <dsp:cNvSpPr/>
      </dsp:nvSpPr>
      <dsp:spPr>
        <a:xfrm>
          <a:off x="827398" y="3947091"/>
          <a:ext cx="10909458" cy="493237"/>
        </a:xfrm>
        <a:prstGeom prst="rect">
          <a:avLst/>
        </a:prstGeom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 w="12700" cap="flat" cmpd="sng" algn="ctr">
          <a:solidFill>
            <a:srgbClr val="0099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507" tIns="45720" rIns="45720" bIns="4572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Testing</a:t>
          </a:r>
          <a:r>
            <a:rPr lang="en-US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Conduct thorough testing for accuracy and functionality.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27398" y="3947091"/>
        <a:ext cx="10909458" cy="493237"/>
      </dsp:txXfrm>
    </dsp:sp>
    <dsp:sp modelId="{F187B359-A933-4371-8D42-540063C34F64}">
      <dsp:nvSpPr>
        <dsp:cNvPr id="0" name=""/>
        <dsp:cNvSpPr/>
      </dsp:nvSpPr>
      <dsp:spPr>
        <a:xfrm>
          <a:off x="519125" y="3885437"/>
          <a:ext cx="616546" cy="616546"/>
        </a:xfrm>
        <a:prstGeom prst="ellipse">
          <a:avLst/>
        </a:prstGeom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0C587-D253-4CCA-AFD6-7F650510E9D1}">
      <dsp:nvSpPr>
        <dsp:cNvPr id="0" name=""/>
        <dsp:cNvSpPr/>
      </dsp:nvSpPr>
      <dsp:spPr>
        <a:xfrm>
          <a:off x="380728" y="4687381"/>
          <a:ext cx="11356128" cy="493237"/>
        </a:xfrm>
        <a:prstGeom prst="rect">
          <a:avLst/>
        </a:prstGeom>
        <a:gradFill flip="none" rotWithShape="0">
          <a:gsLst>
            <a:gs pos="0">
              <a:schemeClr val="accent6">
                <a:lumMod val="75000"/>
                <a:tint val="66000"/>
                <a:satMod val="160000"/>
              </a:schemeClr>
            </a:gs>
            <a:gs pos="50000">
              <a:schemeClr val="accent6">
                <a:lumMod val="75000"/>
                <a:tint val="44500"/>
                <a:satMod val="160000"/>
              </a:schemeClr>
            </a:gs>
            <a:gs pos="100000">
              <a:schemeClr val="accent6">
                <a:lumMod val="75000"/>
                <a:tint val="23500"/>
                <a:satMod val="160000"/>
              </a:schemeClr>
            </a:gs>
          </a:gsLst>
          <a:lin ang="0" scaled="1"/>
          <a:tileRect/>
        </a:gradFill>
        <a:ln w="12700" cap="flat" cmpd="sng" algn="ctr">
          <a:solidFill>
            <a:srgbClr val="0099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507" tIns="45720" rIns="45720" bIns="4572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Deployment</a:t>
          </a:r>
          <a:r>
            <a:rPr lang="en-US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Launch the system in a controlled environment for feedback.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0728" y="4687381"/>
        <a:ext cx="11356128" cy="493237"/>
      </dsp:txXfrm>
    </dsp:sp>
    <dsp:sp modelId="{71EFC500-FE74-40DF-8BE9-4F0AD8C7D67D}">
      <dsp:nvSpPr>
        <dsp:cNvPr id="0" name=""/>
        <dsp:cNvSpPr/>
      </dsp:nvSpPr>
      <dsp:spPr>
        <a:xfrm>
          <a:off x="72455" y="4625726"/>
          <a:ext cx="616546" cy="616546"/>
        </a:xfrm>
        <a:prstGeom prst="ellipse">
          <a:avLst/>
        </a:prstGeom>
        <a:gradFill flip="none" rotWithShape="0">
          <a:gsLst>
            <a:gs pos="0">
              <a:schemeClr val="accent6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6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6">
                <a:lumMod val="60000"/>
                <a:lumOff val="4000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28E5FC-2F93-45B7-AF8B-5D4BE8E64AD9}">
      <dsp:nvSpPr>
        <dsp:cNvPr id="0" name=""/>
        <dsp:cNvSpPr/>
      </dsp:nvSpPr>
      <dsp:spPr>
        <a:xfrm>
          <a:off x="51502" y="1728191"/>
          <a:ext cx="11452306" cy="1682700"/>
        </a:xfrm>
        <a:prstGeom prst="notchedRightArrow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60ADB-C7D3-4B16-8529-99E63B6B2A04}">
      <dsp:nvSpPr>
        <dsp:cNvPr id="0" name=""/>
        <dsp:cNvSpPr/>
      </dsp:nvSpPr>
      <dsp:spPr>
        <a:xfrm>
          <a:off x="54822" y="0"/>
          <a:ext cx="1634489" cy="2055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1: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collection and preprocessing completion.</a:t>
          </a:r>
        </a:p>
      </dsp:txBody>
      <dsp:txXfrm>
        <a:off x="54822" y="0"/>
        <a:ext cx="1634489" cy="2055633"/>
      </dsp:txXfrm>
    </dsp:sp>
    <dsp:sp modelId="{EF1A86B8-596B-4A7D-8D55-1D7CAEE33E4C}">
      <dsp:nvSpPr>
        <dsp:cNvPr id="0" name=""/>
        <dsp:cNvSpPr/>
      </dsp:nvSpPr>
      <dsp:spPr>
        <a:xfrm>
          <a:off x="581354" y="2312587"/>
          <a:ext cx="510742" cy="5139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76CF3-0FED-4F1D-8E31-68635D14A5D4}">
      <dsp:nvSpPr>
        <dsp:cNvPr id="0" name=""/>
        <dsp:cNvSpPr/>
      </dsp:nvSpPr>
      <dsp:spPr>
        <a:xfrm>
          <a:off x="1750712" y="3083450"/>
          <a:ext cx="1650060" cy="2055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2: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Successful feature extraction from resume text.</a:t>
          </a:r>
        </a:p>
      </dsp:txBody>
      <dsp:txXfrm>
        <a:off x="1750712" y="3083450"/>
        <a:ext cx="1650060" cy="2055633"/>
      </dsp:txXfrm>
    </dsp:sp>
    <dsp:sp modelId="{4DB50AD7-D264-4349-ABE3-BFCC5C98F087}">
      <dsp:nvSpPr>
        <dsp:cNvPr id="0" name=""/>
        <dsp:cNvSpPr/>
      </dsp:nvSpPr>
      <dsp:spPr>
        <a:xfrm>
          <a:off x="2285029" y="2312587"/>
          <a:ext cx="510742" cy="5139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332DFA-4948-4EEA-9E2F-EB4E12BDFC96}">
      <dsp:nvSpPr>
        <dsp:cNvPr id="0" name=""/>
        <dsp:cNvSpPr/>
      </dsp:nvSpPr>
      <dsp:spPr>
        <a:xfrm>
          <a:off x="3462173" y="0"/>
          <a:ext cx="1616179" cy="2055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3: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Initial model development and testing.</a:t>
          </a:r>
        </a:p>
      </dsp:txBody>
      <dsp:txXfrm>
        <a:off x="3462173" y="0"/>
        <a:ext cx="1616179" cy="2055633"/>
      </dsp:txXfrm>
    </dsp:sp>
    <dsp:sp modelId="{90407B1F-6C79-45E7-BE5D-AEB4C2C28082}">
      <dsp:nvSpPr>
        <dsp:cNvPr id="0" name=""/>
        <dsp:cNvSpPr/>
      </dsp:nvSpPr>
      <dsp:spPr>
        <a:xfrm>
          <a:off x="3979549" y="2312587"/>
          <a:ext cx="510742" cy="5139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F3FBC-3993-4E09-9565-B9E1EA998174}">
      <dsp:nvSpPr>
        <dsp:cNvPr id="0" name=""/>
        <dsp:cNvSpPr/>
      </dsp:nvSpPr>
      <dsp:spPr>
        <a:xfrm>
          <a:off x="5139753" y="3083450"/>
          <a:ext cx="1680073" cy="2055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4: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UI development with resume upload feature.</a:t>
          </a:r>
        </a:p>
      </dsp:txBody>
      <dsp:txXfrm>
        <a:off x="5139753" y="3083450"/>
        <a:ext cx="1680073" cy="2055633"/>
      </dsp:txXfrm>
    </dsp:sp>
    <dsp:sp modelId="{1AC11E0E-CFFB-4914-81C7-136EA2E12A8E}">
      <dsp:nvSpPr>
        <dsp:cNvPr id="0" name=""/>
        <dsp:cNvSpPr/>
      </dsp:nvSpPr>
      <dsp:spPr>
        <a:xfrm>
          <a:off x="5689076" y="2312587"/>
          <a:ext cx="510742" cy="5139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A33C5-F434-49ED-BE3E-11A391A88241}">
      <dsp:nvSpPr>
        <dsp:cNvPr id="0" name=""/>
        <dsp:cNvSpPr/>
      </dsp:nvSpPr>
      <dsp:spPr>
        <a:xfrm>
          <a:off x="6881226" y="0"/>
          <a:ext cx="1716372" cy="2055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5: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Full system integration and testing.</a:t>
          </a:r>
        </a:p>
      </dsp:txBody>
      <dsp:txXfrm>
        <a:off x="6881226" y="0"/>
        <a:ext cx="1716372" cy="2055633"/>
      </dsp:txXfrm>
    </dsp:sp>
    <dsp:sp modelId="{5FD054A3-1398-4DF7-9078-29B6A814C311}">
      <dsp:nvSpPr>
        <dsp:cNvPr id="0" name=""/>
        <dsp:cNvSpPr/>
      </dsp:nvSpPr>
      <dsp:spPr>
        <a:xfrm>
          <a:off x="7448699" y="2312587"/>
          <a:ext cx="510742" cy="5139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F2BA6-67BD-4AF5-8F28-6F49226A4F4E}">
      <dsp:nvSpPr>
        <dsp:cNvPr id="0" name=""/>
        <dsp:cNvSpPr/>
      </dsp:nvSpPr>
      <dsp:spPr>
        <a:xfrm>
          <a:off x="8659000" y="3083450"/>
          <a:ext cx="1759844" cy="2055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6: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evaluation and presentation. </a:t>
          </a:r>
        </a:p>
      </dsp:txBody>
      <dsp:txXfrm>
        <a:off x="8659000" y="3083450"/>
        <a:ext cx="1759844" cy="2055633"/>
      </dsp:txXfrm>
    </dsp:sp>
    <dsp:sp modelId="{0D9DBC79-B9A2-4FB3-9EB0-4740269244F3}">
      <dsp:nvSpPr>
        <dsp:cNvPr id="0" name=""/>
        <dsp:cNvSpPr/>
      </dsp:nvSpPr>
      <dsp:spPr>
        <a:xfrm>
          <a:off x="9248208" y="2312587"/>
          <a:ext cx="510742" cy="5139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BD101-7F52-4351-B79A-3C01D82B71DB}">
      <dsp:nvSpPr>
        <dsp:cNvPr id="0" name=""/>
        <dsp:cNvSpPr/>
      </dsp:nvSpPr>
      <dsp:spPr>
        <a:xfrm rot="16200000">
          <a:off x="-1183576" y="1186076"/>
          <a:ext cx="4825206" cy="2453053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 AI-based system that automates the resume screening process with high accuracy and minimal manual intervention.</a:t>
          </a:r>
        </a:p>
      </dsp:txBody>
      <dsp:txXfrm rot="5400000">
        <a:off x="2500" y="965041"/>
        <a:ext cx="2453053" cy="2895124"/>
      </dsp:txXfrm>
    </dsp:sp>
    <dsp:sp modelId="{35D4390E-2B83-450B-8CE6-15AD521FC575}">
      <dsp:nvSpPr>
        <dsp:cNvPr id="0" name=""/>
        <dsp:cNvSpPr/>
      </dsp:nvSpPr>
      <dsp:spPr>
        <a:xfrm rot="16200000">
          <a:off x="1453456" y="1186076"/>
          <a:ext cx="4825206" cy="2453053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 frontend interface that allows recruiters to upload resumes and receive categorized results (shortlisted, rejected, etc.).</a:t>
          </a:r>
        </a:p>
      </dsp:txBody>
      <dsp:txXfrm rot="5400000">
        <a:off x="2639532" y="965041"/>
        <a:ext cx="2453053" cy="2895124"/>
      </dsp:txXfrm>
    </dsp:sp>
    <dsp:sp modelId="{F39F97E3-CD87-406D-8B1A-229ECD2286A7}">
      <dsp:nvSpPr>
        <dsp:cNvPr id="0" name=""/>
        <dsp:cNvSpPr/>
      </dsp:nvSpPr>
      <dsp:spPr>
        <a:xfrm rot="16200000">
          <a:off x="4090489" y="1186076"/>
          <a:ext cx="4825206" cy="2453053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 backend model that efficiently extracts and processes unstructured resume data for accurate classification.</a:t>
          </a:r>
        </a:p>
      </dsp:txBody>
      <dsp:txXfrm rot="5400000">
        <a:off x="5276565" y="965041"/>
        <a:ext cx="2453053" cy="2895124"/>
      </dsp:txXfrm>
    </dsp:sp>
    <dsp:sp modelId="{F56E3A81-8429-4EBC-BF01-D2E024F5AB89}">
      <dsp:nvSpPr>
        <dsp:cNvPr id="0" name=""/>
        <dsp:cNvSpPr/>
      </dsp:nvSpPr>
      <dsp:spPr>
        <a:xfrm rot="16200000">
          <a:off x="6727522" y="1186076"/>
          <a:ext cx="4825206" cy="2453053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Reduced bias and increased efficiency in hiring processes.</a:t>
          </a:r>
        </a:p>
      </dsp:txBody>
      <dsp:txXfrm rot="5400000">
        <a:off x="7913598" y="965041"/>
        <a:ext cx="2453053" cy="28951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6E53B-FCFE-42A5-B06F-A6081E036D23}">
      <dsp:nvSpPr>
        <dsp:cNvPr id="0" name=""/>
        <dsp:cNvSpPr/>
      </dsp:nvSpPr>
      <dsp:spPr>
        <a:xfrm>
          <a:off x="662625" y="0"/>
          <a:ext cx="5040560" cy="5040560"/>
        </a:xfrm>
        <a:prstGeom prst="diamond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648606-04E4-448B-BA8B-0929AAE3718F}">
      <dsp:nvSpPr>
        <dsp:cNvPr id="0" name=""/>
        <dsp:cNvSpPr/>
      </dsp:nvSpPr>
      <dsp:spPr>
        <a:xfrm>
          <a:off x="1141479" y="478853"/>
          <a:ext cx="1965818" cy="196581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Saransh Patil         0832CS221182</a:t>
          </a:r>
          <a:endParaRPr lang="en-US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37442" y="574816"/>
        <a:ext cx="1773892" cy="1773892"/>
      </dsp:txXfrm>
    </dsp:sp>
    <dsp:sp modelId="{4F9C5520-77A0-49E7-8D4A-2D83E644BAD5}">
      <dsp:nvSpPr>
        <dsp:cNvPr id="0" name=""/>
        <dsp:cNvSpPr/>
      </dsp:nvSpPr>
      <dsp:spPr>
        <a:xfrm>
          <a:off x="3258514" y="478853"/>
          <a:ext cx="1965818" cy="196581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Yash Lade              0832CS221229</a:t>
          </a:r>
          <a:endParaRPr lang="en-US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54477" y="574816"/>
        <a:ext cx="1773892" cy="1773892"/>
      </dsp:txXfrm>
    </dsp:sp>
    <dsp:sp modelId="{FFA98EE6-2270-42A8-A817-53AF982FBCFA}">
      <dsp:nvSpPr>
        <dsp:cNvPr id="0" name=""/>
        <dsp:cNvSpPr/>
      </dsp:nvSpPr>
      <dsp:spPr>
        <a:xfrm>
          <a:off x="1141479" y="2595888"/>
          <a:ext cx="1965818" cy="196581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Tushar Gawhade   0832CS221213</a:t>
          </a:r>
          <a:endParaRPr lang="en-US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37442" y="2691851"/>
        <a:ext cx="1773892" cy="1773892"/>
      </dsp:txXfrm>
    </dsp:sp>
    <dsp:sp modelId="{7C6FFC3B-C97D-4A6C-A453-B38B216D6E3F}">
      <dsp:nvSpPr>
        <dsp:cNvPr id="0" name=""/>
        <dsp:cNvSpPr/>
      </dsp:nvSpPr>
      <dsp:spPr>
        <a:xfrm>
          <a:off x="3258514" y="2595888"/>
          <a:ext cx="1965818" cy="196581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Vivek Rathore       0832CS221228</a:t>
          </a:r>
          <a:endParaRPr lang="en-US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54477" y="2691851"/>
        <a:ext cx="1773892" cy="17738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7529F-3B3D-443D-97C4-E1B98A07DA41}">
      <dsp:nvSpPr>
        <dsp:cNvPr id="0" name=""/>
        <dsp:cNvSpPr/>
      </dsp:nvSpPr>
      <dsp:spPr>
        <a:xfrm>
          <a:off x="0" y="42"/>
          <a:ext cx="1065919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4E86CC-FF1B-4165-B873-6D3CC2767367}">
      <dsp:nvSpPr>
        <dsp:cNvPr id="0" name=""/>
        <dsp:cNvSpPr/>
      </dsp:nvSpPr>
      <dsp:spPr>
        <a:xfrm>
          <a:off x="0" y="42"/>
          <a:ext cx="10648785" cy="741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Zhang, X., Zhao, Y., &amp; Wang, S. (2021). </a:t>
          </a:r>
          <a:r>
            <a:rPr lang="en-US" sz="18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An AI-based Approach for Efficient Resume Screening. Journal of Computational Methods, 56(3), 678-692.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2"/>
        <a:ext cx="10648785" cy="741938"/>
      </dsp:txXfrm>
    </dsp:sp>
    <dsp:sp modelId="{E52E94F5-C337-494C-B042-2ED0ED5D5509}">
      <dsp:nvSpPr>
        <dsp:cNvPr id="0" name=""/>
        <dsp:cNvSpPr/>
      </dsp:nvSpPr>
      <dsp:spPr>
        <a:xfrm>
          <a:off x="0" y="741981"/>
          <a:ext cx="1065919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1E7C1-E61D-4569-95E2-4EC9CA3D5E12}">
      <dsp:nvSpPr>
        <dsp:cNvPr id="0" name=""/>
        <dsp:cNvSpPr/>
      </dsp:nvSpPr>
      <dsp:spPr>
        <a:xfrm>
          <a:off x="0" y="741981"/>
          <a:ext cx="10648785" cy="781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Chowdhury, G. (2003). </a:t>
          </a:r>
          <a:r>
            <a:rPr lang="en-US" sz="18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Natural Language Processing. Annual Review of Information Science and Technology, 37(1), 51-89.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741981"/>
        <a:ext cx="10648785" cy="781901"/>
      </dsp:txXfrm>
    </dsp:sp>
    <dsp:sp modelId="{FABEB594-36B3-4984-A44F-ECDCFC1F2473}">
      <dsp:nvSpPr>
        <dsp:cNvPr id="0" name=""/>
        <dsp:cNvSpPr/>
      </dsp:nvSpPr>
      <dsp:spPr>
        <a:xfrm>
          <a:off x="0" y="1523882"/>
          <a:ext cx="1065919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411D4-FEB0-430D-B176-1B8E2B1111C3}">
      <dsp:nvSpPr>
        <dsp:cNvPr id="0" name=""/>
        <dsp:cNvSpPr/>
      </dsp:nvSpPr>
      <dsp:spPr>
        <a:xfrm>
          <a:off x="0" y="1523882"/>
          <a:ext cx="10648785" cy="983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Devlin, J., Chang, M. W., Lee, K., &amp; Toutanova, K. (2019). </a:t>
          </a:r>
          <a:r>
            <a:rPr lang="en-US" sz="18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BERT: Pre-training of Deep Bidirectional Transformers for Language Understanding. Proceedings of the 2019 Conference of the North American Chapter of the Association for Computational Linguistics, 4171–4186.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523882"/>
        <a:ext cx="10648785" cy="983607"/>
      </dsp:txXfrm>
    </dsp:sp>
    <dsp:sp modelId="{1095F3E4-13F2-41ED-A3F6-E734E04FAACD}">
      <dsp:nvSpPr>
        <dsp:cNvPr id="0" name=""/>
        <dsp:cNvSpPr/>
      </dsp:nvSpPr>
      <dsp:spPr>
        <a:xfrm>
          <a:off x="0" y="2507490"/>
          <a:ext cx="1065919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91465E-C0CB-4FF8-919A-A8F5FDB9D3C3}">
      <dsp:nvSpPr>
        <dsp:cNvPr id="0" name=""/>
        <dsp:cNvSpPr/>
      </dsp:nvSpPr>
      <dsp:spPr>
        <a:xfrm>
          <a:off x="0" y="2507490"/>
          <a:ext cx="10648785" cy="768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Manning, C. D., Raghavan, P., &amp; Schütze, H. (2008). </a:t>
          </a:r>
          <a:r>
            <a:rPr lang="en-US" sz="18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Information Retrieval. Cambridge University Press.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507490"/>
        <a:ext cx="10648785" cy="768462"/>
      </dsp:txXfrm>
    </dsp:sp>
    <dsp:sp modelId="{21AEB4D9-40CE-404F-83BE-483B89991C80}">
      <dsp:nvSpPr>
        <dsp:cNvPr id="0" name=""/>
        <dsp:cNvSpPr/>
      </dsp:nvSpPr>
      <dsp:spPr>
        <a:xfrm>
          <a:off x="0" y="3275952"/>
          <a:ext cx="1065919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73FED-9319-41BB-AB32-5507334722B3}">
      <dsp:nvSpPr>
        <dsp:cNvPr id="0" name=""/>
        <dsp:cNvSpPr/>
      </dsp:nvSpPr>
      <dsp:spPr>
        <a:xfrm>
          <a:off x="0" y="3275952"/>
          <a:ext cx="10648785" cy="741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Ruder, S. (2019). 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Transfer Learning - Machine Learning's Next Frontier. Gradient Research Paper Series.</a:t>
          </a:r>
        </a:p>
      </dsp:txBody>
      <dsp:txXfrm>
        <a:off x="0" y="3275952"/>
        <a:ext cx="10648785" cy="741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1">
            <a:extLst>
              <a:ext uri="{FF2B5EF4-FFF2-40B4-BE49-F238E27FC236}">
                <a16:creationId xmlns:a16="http://schemas.microsoft.com/office/drawing/2014/main" id="{D558CB09-5C95-1539-3E81-5AFD2C9C4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IN" altLang="en-US">
              <a:latin typeface="Calibri" panose="020F0502020204030204" pitchFamily="34" charset="0"/>
            </a:endParaRP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7701AAA0-6027-0256-2041-753BA1494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IN" altLang="en-US">
              <a:latin typeface="Calibri" panose="020F050202020403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4F2C875-7349-AEEA-D5B3-E7C082E79F72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2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08/27/20</a:t>
            </a:r>
          </a:p>
        </p:txBody>
      </p:sp>
      <p:sp>
        <p:nvSpPr>
          <p:cNvPr id="2053" name="Rectangle 4">
            <a:extLst>
              <a:ext uri="{FF2B5EF4-FFF2-40B4-BE49-F238E27FC236}">
                <a16:creationId xmlns:a16="http://schemas.microsoft.com/office/drawing/2014/main" id="{408017FE-EE8D-C322-7D1A-B8C6C62E5DB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4413" cy="3427413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753E518-4E29-34D1-3F40-7D2C36F8FE4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5127" name="Text Box 6">
            <a:extLst>
              <a:ext uri="{FF2B5EF4-FFF2-40B4-BE49-F238E27FC236}">
                <a16:creationId xmlns:a16="http://schemas.microsoft.com/office/drawing/2014/main" id="{42C04A18-9AAC-47F6-2537-15C16E470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IN" altLang="en-US">
              <a:latin typeface="Calibri" panose="020F0502020204030204" pitchFamily="34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13D1098-CA18-6ED5-F00E-084231E492B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smtClean="0">
                <a:solidFill>
                  <a:srgbClr val="000000"/>
                </a:solidFill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9663EBCB-E39C-4156-84F1-851BE185F6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>
            <a:extLst>
              <a:ext uri="{FF2B5EF4-FFF2-40B4-BE49-F238E27FC236}">
                <a16:creationId xmlns:a16="http://schemas.microsoft.com/office/drawing/2014/main" id="{3A384C85-CF68-3509-0C85-5E470EA24124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>
                <a:latin typeface="Calibri" panose="020F0502020204030204" pitchFamily="34" charset="0"/>
              </a:rPr>
              <a:t>08/27/20</a:t>
            </a:r>
          </a:p>
        </p:txBody>
      </p:sp>
      <p:sp>
        <p:nvSpPr>
          <p:cNvPr id="4099" name="Rectangle 7">
            <a:extLst>
              <a:ext uri="{FF2B5EF4-FFF2-40B4-BE49-F238E27FC236}">
                <a16:creationId xmlns:a16="http://schemas.microsoft.com/office/drawing/2014/main" id="{A00CA9A5-8B0C-569D-783D-EBD4353297A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A3FEF4-6D95-41E2-8617-236772271921}" type="slidenum">
              <a:rPr lang="en-US" altLang="en-US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100" name="Rectangle 1">
            <a:extLst>
              <a:ext uri="{FF2B5EF4-FFF2-40B4-BE49-F238E27FC236}">
                <a16:creationId xmlns:a16="http://schemas.microsoft.com/office/drawing/2014/main" id="{2F7623AD-D9B4-A545-212B-57315E962A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9262A8E2-0496-B052-C9A1-20A990828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99" y="1122363"/>
            <a:ext cx="91451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3602038"/>
            <a:ext cx="914519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DDAA1-7A6B-67DD-283D-B426E9E6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DDCA2-690A-4D7B-AB3E-7CC4067D0EA1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E80A4-5E2A-245C-E2B7-A534C6E63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7224E-F69F-A95C-DB03-0995BF33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DE896-9B3C-491F-9216-36D8D65CBA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486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41C35-5567-B6D9-BB94-0ADF99AD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22575-95A3-41BE-AE22-821959A71EAA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0C416-B1B2-C722-1347-9F8E23E3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02788-379C-6731-0F39-C5A975A5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07674F-DCB7-43D7-BDB8-B9FC0FA8F9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52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709739"/>
            <a:ext cx="1051697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589464"/>
            <a:ext cx="1051697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9F434-9EA6-D11B-E647-23B8C82B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68F92C-B7B3-4EC1-86AC-02E116B34A97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76A66-E1B3-3EAE-E251-EF774CF55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462FA-B60C-4E11-331A-FD0B64C5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05ADA-778B-4EAC-9E8E-2589114BA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316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825625"/>
            <a:ext cx="5182275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825625"/>
            <a:ext cx="5182275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B571A8-AE9A-179D-5E04-5221F9B27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1A06C-3F6C-41E1-979C-C87718E91910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0C8911-2391-75AD-E18B-17A4ECF5D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6C2FCB9-AC7F-B27E-E210-8305D4BA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2D540-831A-482A-9374-2330A184EA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2668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65126"/>
            <a:ext cx="1051697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681163"/>
            <a:ext cx="515845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505075"/>
            <a:ext cx="5158459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681163"/>
            <a:ext cx="518386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505075"/>
            <a:ext cx="5183863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AC23D5-29CF-BE68-53F2-F544738A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C63F0-0A38-4F2C-895C-B4CDC593F1FD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32F4FF-3F61-91C6-8494-ED1739C6F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C60A5C-D38F-EFF6-8534-09205F20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A94A6-21B3-4D78-A87B-FB61C723FE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16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662278F-E572-C1F1-7431-EE7E9775E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2AFF3-5465-4433-A7F7-2C01C9A953B5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64C926-4F61-4C22-5814-F98AFC65C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B880B-0DCC-7F86-1875-131FB863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0A12-4E89-4748-83ED-136D05F947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93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9260A19-58D8-955C-8130-F2A11D1D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11DAE-C181-4275-818E-F05650848A2B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14E9F1-BDB7-A66D-CE27-B51F56A38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2513049-0AA4-3FD8-2D88-E539D4BA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CD4C1-3F38-4837-B7BC-B5CE256419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085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200"/>
            <a:ext cx="39327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987426"/>
            <a:ext cx="617300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7400"/>
            <a:ext cx="39327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CD7AC6B-0603-5FBF-ABBF-1BDE26BDD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D29BB-EB89-4DD6-9714-223FFC25C4D7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87C9C94-824A-2FDD-073C-1AF500E6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78F7ECB-4AD0-2A04-BE65-004CFA27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16D11-4D7E-43E8-8DDF-63215050B4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593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200"/>
            <a:ext cx="39327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863" y="987426"/>
            <a:ext cx="6173004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7400"/>
            <a:ext cx="39327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27CB6E4-690F-89B7-9ECB-967ABDD5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496B8-5E93-419D-880F-59AA689A8F94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DD1F73D-A074-BDDE-0FE9-B67616A9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8FBB945-BDC7-34A0-C87E-91B2B1CC6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E5C11-B28A-48D3-8A42-0C38DFC136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372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0757-1457-0F94-EC6C-499DF2467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2C476A-CE73-413D-B247-EE8BCB0493B0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1C7AD-1BB7-8819-C5DB-E5814FE3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42677-09E5-A10A-5E8C-6E1BE885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004A0-BF68-4CBA-ABB8-CE2023F623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945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65125"/>
            <a:ext cx="262924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65125"/>
            <a:ext cx="7735307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5B4C8-1BE9-C275-146C-9D47F899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9F4241-7E40-4AE5-9730-C7265A32B585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7F3B8-856A-7750-CD02-3F24CDBB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D0E78-11B6-7580-2DF3-E07E5140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68821-1625-49E3-865D-1B0FB20481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982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FB5C44A-514F-CF9F-5C69-3199E223033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7188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2E30C52-1E11-3336-812C-5AA7511B62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7188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479FC-617D-661F-45BC-B0ACB2103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1FBE9D-4EA1-4093-B1EB-2C14F603A49D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F5756-5C48-2692-687A-9AE0E4024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63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en-US"/>
              <a:t>&lt;Title&gt;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56FFD-7494-17E9-77C3-F273E9301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2188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3150C04-9031-4468-A980-BF24BFE7CC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</p:sldLayoutIdLst>
  <p:hf sldNum="0"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>
            <a:extLst>
              <a:ext uri="{FF2B5EF4-FFF2-40B4-BE49-F238E27FC236}">
                <a16:creationId xmlns:a16="http://schemas.microsoft.com/office/drawing/2014/main" id="{BDAD2BEF-2F1B-15D1-A758-AC6120839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2382" y="746126"/>
            <a:ext cx="10514012" cy="1046162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  <a:tab pos="11887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  <a:tab pos="11887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  <a:tab pos="11887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  <a:tab pos="11887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  <a:tab pos="11887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  <a:tab pos="11887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  <a:tab pos="11887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  <a:tab pos="11887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  <a:tab pos="118872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en-I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</p:txBody>
      </p:sp>
      <p:sp>
        <p:nvSpPr>
          <p:cNvPr id="3075" name="Text Box 2">
            <a:extLst>
              <a:ext uri="{FF2B5EF4-FFF2-40B4-BE49-F238E27FC236}">
                <a16:creationId xmlns:a16="http://schemas.microsoft.com/office/drawing/2014/main" id="{F76B9494-98E2-2015-8FAB-485B3172B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163" y="2003425"/>
            <a:ext cx="10225087" cy="154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  <a:tab pos="10972800" algn="l"/>
                <a:tab pos="11430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  A 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Minor Project Presentation on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AI driven Resume Screening System</a:t>
            </a:r>
            <a:endParaRPr lang="en-I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IN" altLang="en-US" sz="24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IN" altLang="en-US" sz="24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     </a:t>
            </a:r>
          </a:p>
        </p:txBody>
      </p:sp>
      <p:pic>
        <p:nvPicPr>
          <p:cNvPr id="3076" name="Picture 3">
            <a:extLst>
              <a:ext uri="{FF2B5EF4-FFF2-40B4-BE49-F238E27FC236}">
                <a16:creationId xmlns:a16="http://schemas.microsoft.com/office/drawing/2014/main" id="{1778F667-6F93-B0EC-DE9A-30ABEE36B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150813"/>
            <a:ext cx="1225550" cy="103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7" name="TextBox 1">
            <a:extLst>
              <a:ext uri="{FF2B5EF4-FFF2-40B4-BE49-F238E27FC236}">
                <a16:creationId xmlns:a16="http://schemas.microsoft.com/office/drawing/2014/main" id="{3279816A-BD63-2D73-3DDA-B4970F6E9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971" y="3959443"/>
            <a:ext cx="4608511" cy="251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rgbClr val="3A4A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altLang="en-US" sz="2000" b="1" dirty="0">
                <a:solidFill>
                  <a:srgbClr val="3A4A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3A4A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Yash Lade              0832CS221229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3A4A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Tushar Gawhade   0832CS221213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3A4A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Vivek Rathore       0832CS221228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3A4A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Saransh Patil         0832CS221182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sz="2000" b="1" dirty="0">
              <a:solidFill>
                <a:srgbClr val="3A4A6A"/>
              </a:solidFill>
              <a:latin typeface="Cambria" panose="02040503050406030204" pitchFamily="18" charset="0"/>
            </a:endParaRPr>
          </a:p>
        </p:txBody>
      </p:sp>
      <p:sp>
        <p:nvSpPr>
          <p:cNvPr id="3078" name="TextBox 3">
            <a:extLst>
              <a:ext uri="{FF2B5EF4-FFF2-40B4-BE49-F238E27FC236}">
                <a16:creationId xmlns:a16="http://schemas.microsoft.com/office/drawing/2014/main" id="{A0FCD8C9-4F38-4D39-0138-F2D68CBCF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6" y="273736"/>
            <a:ext cx="97932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Chameli Devi Group of Institutions, Indore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33F91-3680-7227-3238-2FC1869B6A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19272F8-B3B0-4007-B98B-6CB1394C434E}" type="datetime1">
              <a:rPr lang="en-US" altLang="en-US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63C4D-894B-19AE-DC89-04709E39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Resume Screening System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069AC6A9-7630-7923-7F35-F2283CAF0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0238" y="452438"/>
            <a:ext cx="2916237" cy="365125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A1E37-C82B-1890-70BB-4D2CDEAFDC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00E8A3-F21B-471E-ADC8-E53B63C0F784}" type="datetime1">
              <a:rPr lang="en-US" altLang="en-US" smtClean="0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DB8A-67FB-C693-7055-ECD1C860A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Resume Screening System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59824AE-659D-F869-24BC-A53C7281D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9210203"/>
              </p:ext>
            </p:extLst>
          </p:nvPr>
        </p:nvGraphicFramePr>
        <p:xfrm>
          <a:off x="984226" y="1196752"/>
          <a:ext cx="1051718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EF10430-CD95-B348-49EC-932EAF2D9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0350" y="404813"/>
            <a:ext cx="9144000" cy="792162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Existing System (Literature Survey)</a:t>
            </a:r>
            <a:br>
              <a:rPr lang="en-US" altLang="en-US" sz="32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endParaRPr lang="en-US" altLang="en-US" sz="3200" dirty="0"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4A788-7890-0B0F-5713-2B7295F040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00E8A3-F21B-471E-ADC8-E53B63C0F784}" type="datetime1">
              <a:rPr lang="en-US" altLang="en-US" smtClean="0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C6A34-7988-6916-D567-36E6E1550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Resume Screening System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C80B500-6F89-82FD-3E06-961A413F92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88208"/>
              </p:ext>
            </p:extLst>
          </p:nvPr>
        </p:nvGraphicFramePr>
        <p:xfrm>
          <a:off x="838200" y="1221775"/>
          <a:ext cx="10801498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2052-FBAA-10AF-96DA-83BED4308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655"/>
            <a:ext cx="10517188" cy="543595"/>
          </a:xfrm>
        </p:spPr>
        <p:txBody>
          <a:bodyPr/>
          <a:lstStyle/>
          <a:p>
            <a:pPr algn="ctr"/>
            <a:r>
              <a:rPr lang="en-US" altLang="en-US" sz="32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Existing System vs Our Idea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1587E5-298B-2F9E-8D87-0FB0ED975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52AFF3-5465-4433-A7F7-2C01C9A953B5}" type="datetime1">
              <a:rPr lang="en-US" altLang="en-US" smtClean="0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59908-4106-32AD-007A-4B4FA1AB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&lt;Title&gt;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3FB4B1-BE67-6033-AE43-0C245F7AE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192535"/>
              </p:ext>
            </p:extLst>
          </p:nvPr>
        </p:nvGraphicFramePr>
        <p:xfrm>
          <a:off x="1344266" y="1124744"/>
          <a:ext cx="9759708" cy="432048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095506">
                  <a:extLst>
                    <a:ext uri="{9D8B030D-6E8A-4147-A177-3AD203B41FA5}">
                      <a16:colId xmlns:a16="http://schemas.microsoft.com/office/drawing/2014/main" val="187878719"/>
                    </a:ext>
                  </a:extLst>
                </a:gridCol>
                <a:gridCol w="4664202">
                  <a:extLst>
                    <a:ext uri="{9D8B030D-6E8A-4147-A177-3AD203B41FA5}">
                      <a16:colId xmlns:a16="http://schemas.microsoft.com/office/drawing/2014/main" val="732848985"/>
                    </a:ext>
                  </a:extLst>
                </a:gridCol>
              </a:tblGrid>
              <a:tr h="64191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Ideation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541968"/>
                  </a:ext>
                </a:extLst>
              </a:tr>
              <a:tr h="1202083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detecting predefined elements like grammatical errors, syntax issues, and keyword-based requirements.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Produces result by analyzing holistically and ranks the resumes according to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722345"/>
                  </a:ext>
                </a:extLst>
              </a:tr>
              <a:tr h="865094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standard responses without tailored evaluations for specific job roles.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Analyzes entire resume with ML algorithms.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845333"/>
                  </a:ext>
                </a:extLst>
              </a:tr>
              <a:tr h="89872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Customized resume detection systems are expensive and unaffordable for many organizations.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are offering the services free of cost or at affordable costs.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129857"/>
                  </a:ext>
                </a:extLst>
              </a:tr>
              <a:tr h="712665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Don’t have features to verify the knowledge of candidate for standard notion.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Have the skills verification feature.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683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43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ACB21B-30BC-9025-531F-40B61DAB2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7188" cy="358267"/>
          </a:xfrm>
        </p:spPr>
        <p:txBody>
          <a:bodyPr/>
          <a:lstStyle/>
          <a:p>
            <a:pPr algn="ctr"/>
            <a:r>
              <a:rPr lang="en-US" altLang="en-US" sz="32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Methodology</a:t>
            </a:r>
            <a:endParaRPr lang="en-US" sz="3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B1E08C-A9FB-6F06-5A2C-FC31B4957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111DAE-C181-4275-818E-F05650848A2B}" type="datetime1">
              <a:rPr lang="en-US" altLang="en-US" smtClean="0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2EF53-E38D-3214-A8F1-E1AB3464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Resume Screening System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60F40E8-462B-3FFF-D845-AC8D8DC218F5}"/>
              </a:ext>
            </a:extLst>
          </p:cNvPr>
          <p:cNvGrpSpPr/>
          <p:nvPr/>
        </p:nvGrpSpPr>
        <p:grpSpPr>
          <a:xfrm>
            <a:off x="1272258" y="4467578"/>
            <a:ext cx="3320929" cy="1567781"/>
            <a:chOff x="8434252" y="4580523"/>
            <a:chExt cx="3413805" cy="2090373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158F389-B8BE-EEEA-A0EA-DBD86803D89D}"/>
                </a:ext>
              </a:extLst>
            </p:cNvPr>
            <p:cNvSpPr txBox="1"/>
            <p:nvPr/>
          </p:nvSpPr>
          <p:spPr>
            <a:xfrm>
              <a:off x="8921977" y="4580523"/>
              <a:ext cx="2926080" cy="53348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altLang="en-US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Preprocessing</a:t>
              </a:r>
              <a:endParaRPr lang="en-US" sz="2000" b="1" noProof="1">
                <a:solidFill>
                  <a:srgbClr val="FFC000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72FAE87-DF03-6F9C-2C23-7A4FD4D677E4}"/>
                </a:ext>
              </a:extLst>
            </p:cNvPr>
            <p:cNvSpPr txBox="1"/>
            <p:nvPr/>
          </p:nvSpPr>
          <p:spPr>
            <a:xfrm>
              <a:off x="8434252" y="5111495"/>
              <a:ext cx="3413805" cy="155940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742950" lvl="1" indent="-285750"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 libraries like pdfminer or docx to extract text from resumes.</a:t>
              </a:r>
            </a:p>
            <a:p>
              <a:pPr marL="742950" lvl="1" indent="-285750"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Perform text cleaning (removing unnecessary formatting, normalizing text, etc.).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9D9C521-D8E7-A06D-E62A-2C81325F333E}"/>
              </a:ext>
            </a:extLst>
          </p:cNvPr>
          <p:cNvGrpSpPr/>
          <p:nvPr/>
        </p:nvGrpSpPr>
        <p:grpSpPr>
          <a:xfrm>
            <a:off x="4723088" y="4502773"/>
            <a:ext cx="2877314" cy="1352337"/>
            <a:chOff x="8307545" y="4580523"/>
            <a:chExt cx="3836419" cy="1803114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0F7CFF5-F814-0EA9-D68C-F9F5BB91C559}"/>
                </a:ext>
              </a:extLst>
            </p:cNvPr>
            <p:cNvSpPr txBox="1"/>
            <p:nvPr/>
          </p:nvSpPr>
          <p:spPr>
            <a:xfrm>
              <a:off x="8921977" y="4580523"/>
              <a:ext cx="2926080" cy="53348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altLang="en-US" sz="2000" b="1" dirty="0">
                  <a:solidFill>
                    <a:srgbClr val="ED7D3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Training</a:t>
              </a:r>
              <a:endParaRPr lang="en-US" sz="2000" b="1" noProof="1">
                <a:solidFill>
                  <a:srgbClr val="ED7D3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8C55047-8964-A414-EAE2-E7DC217AE52E}"/>
                </a:ext>
              </a:extLst>
            </p:cNvPr>
            <p:cNvSpPr txBox="1"/>
            <p:nvPr/>
          </p:nvSpPr>
          <p:spPr>
            <a:xfrm>
              <a:off x="8307545" y="5111495"/>
              <a:ext cx="3836419" cy="1272142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1">
                <a:spcBef>
                  <a:spcPct val="0"/>
                </a:spcBef>
              </a:pPr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 a machine learning model (e.g., Logistic Regression, SVM, or BERT) to classify resumes based on the extracted features.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1DF327-E1AE-CECD-81D0-268310901C1F}"/>
              </a:ext>
            </a:extLst>
          </p:cNvPr>
          <p:cNvGrpSpPr/>
          <p:nvPr/>
        </p:nvGrpSpPr>
        <p:grpSpPr>
          <a:xfrm>
            <a:off x="8191127" y="4494790"/>
            <a:ext cx="2802211" cy="1136893"/>
            <a:chOff x="8656464" y="4580523"/>
            <a:chExt cx="3736281" cy="151585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4363FAF-6E08-59BE-4AA0-1B762F5FF734}"/>
                </a:ext>
              </a:extLst>
            </p:cNvPr>
            <p:cNvSpPr txBox="1"/>
            <p:nvPr/>
          </p:nvSpPr>
          <p:spPr>
            <a:xfrm>
              <a:off x="8921977" y="4580523"/>
              <a:ext cx="2126618" cy="533481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altLang="en-US" sz="20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</a:t>
              </a:r>
              <a:endParaRPr lang="en-US" sz="2000" b="1" noProof="1">
                <a:solidFill>
                  <a:srgbClr val="00B050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4BC4256-CAFA-75FB-7401-71007A3B13FF}"/>
                </a:ext>
              </a:extLst>
            </p:cNvPr>
            <p:cNvSpPr txBox="1"/>
            <p:nvPr/>
          </p:nvSpPr>
          <p:spPr>
            <a:xfrm>
              <a:off x="8656464" y="5111494"/>
              <a:ext cx="3736281" cy="984884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1">
                <a:spcBef>
                  <a:spcPct val="0"/>
                </a:spcBef>
              </a:pPr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 SQLite or MongoDB to store resumes and the corresponding analysis.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32C79F-8C2A-813F-5FB2-C93D8AA3C424}"/>
              </a:ext>
            </a:extLst>
          </p:cNvPr>
          <p:cNvGrpSpPr/>
          <p:nvPr/>
        </p:nvGrpSpPr>
        <p:grpSpPr>
          <a:xfrm>
            <a:off x="264146" y="1042501"/>
            <a:ext cx="2766256" cy="957021"/>
            <a:chOff x="-299086" y="2553743"/>
            <a:chExt cx="3688342" cy="1122573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035B227-43A4-B8A9-7002-480852FA0136}"/>
                </a:ext>
              </a:extLst>
            </p:cNvPr>
            <p:cNvSpPr txBox="1"/>
            <p:nvPr/>
          </p:nvSpPr>
          <p:spPr>
            <a:xfrm>
              <a:off x="332935" y="2553743"/>
              <a:ext cx="2926081" cy="469324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Collection</a:t>
              </a:r>
              <a:endParaRPr lang="en-US" sz="2000" b="1" noProof="1">
                <a:solidFill>
                  <a:srgbClr val="C0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46BC9CC-856D-7E26-5D83-C4FE6B9F167B}"/>
                </a:ext>
              </a:extLst>
            </p:cNvPr>
            <p:cNvSpPr txBox="1"/>
            <p:nvPr/>
          </p:nvSpPr>
          <p:spPr>
            <a:xfrm>
              <a:off x="-299086" y="3062586"/>
              <a:ext cx="3688342" cy="61373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1">
                <a:spcBef>
                  <a:spcPct val="0"/>
                </a:spcBef>
              </a:pPr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Collect resumes from public datasets or sample data.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28DEC3E-0CD2-2914-4725-A165A0C95441}"/>
              </a:ext>
            </a:extLst>
          </p:cNvPr>
          <p:cNvGrpSpPr/>
          <p:nvPr/>
        </p:nvGrpSpPr>
        <p:grpSpPr>
          <a:xfrm>
            <a:off x="3078371" y="1044383"/>
            <a:ext cx="3838645" cy="1567780"/>
            <a:chOff x="7617616" y="4580523"/>
            <a:chExt cx="5118195" cy="209037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7834AAD-0F44-7AFF-416D-3BAB02F9CBBB}"/>
                </a:ext>
              </a:extLst>
            </p:cNvPr>
            <p:cNvSpPr txBox="1"/>
            <p:nvPr/>
          </p:nvSpPr>
          <p:spPr>
            <a:xfrm>
              <a:off x="8921977" y="4580523"/>
              <a:ext cx="2926080" cy="53348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altLang="en-US" sz="2000" b="1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Extraction</a:t>
              </a:r>
              <a:endParaRPr lang="en-US" sz="2000" b="1" noProof="1">
                <a:solidFill>
                  <a:srgbClr val="4472C4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0020B09-168F-8F73-0164-714DAEF046CF}"/>
                </a:ext>
              </a:extLst>
            </p:cNvPr>
            <p:cNvSpPr txBox="1"/>
            <p:nvPr/>
          </p:nvSpPr>
          <p:spPr>
            <a:xfrm>
              <a:off x="7617616" y="5111495"/>
              <a:ext cx="5118195" cy="155940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1">
                <a:spcBef>
                  <a:spcPct val="0"/>
                </a:spcBef>
                <a:buFontTx/>
                <a:buChar char="•"/>
              </a:pPr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 NLP techniques to extract key information like skills, qualifications, job titles, etc.</a:t>
              </a:r>
            </a:p>
            <a:p>
              <a:pPr lvl="1">
                <a:spcBef>
                  <a:spcPct val="0"/>
                </a:spcBef>
                <a:buFontTx/>
                <a:buChar char="•"/>
              </a:pPr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TF-IDF or word embeddings for feature representation.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266A07D-5410-C906-7E21-BBB28C108D43}"/>
              </a:ext>
            </a:extLst>
          </p:cNvPr>
          <p:cNvGrpSpPr/>
          <p:nvPr/>
        </p:nvGrpSpPr>
        <p:grpSpPr>
          <a:xfrm>
            <a:off x="6964985" y="1069310"/>
            <a:ext cx="2850552" cy="1567780"/>
            <a:chOff x="8921977" y="4580523"/>
            <a:chExt cx="2926080" cy="209037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A57A31F-E4F0-B849-ADEF-4D179463568B}"/>
                </a:ext>
              </a:extLst>
            </p:cNvPr>
            <p:cNvSpPr txBox="1"/>
            <p:nvPr/>
          </p:nvSpPr>
          <p:spPr>
            <a:xfrm>
              <a:off x="8921977" y="4580523"/>
              <a:ext cx="2926080" cy="53348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altLang="en-US" sz="2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Interface</a:t>
              </a:r>
              <a:endParaRPr lang="en-US" sz="2000" b="1" noProof="1">
                <a:solidFill>
                  <a:srgbClr val="7030A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EE51B68-107D-7A8A-5C7B-CF77238C5454}"/>
                </a:ext>
              </a:extLst>
            </p:cNvPr>
            <p:cNvSpPr txBox="1"/>
            <p:nvPr/>
          </p:nvSpPr>
          <p:spPr>
            <a:xfrm>
              <a:off x="8921977" y="5111495"/>
              <a:ext cx="2926080" cy="155940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1">
                <a:spcBef>
                  <a:spcPct val="0"/>
                </a:spcBef>
              </a:pPr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Create a user-friendly UI using </a:t>
              </a:r>
              <a:r>
                <a:rPr lang="en-US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Streamlit</a:t>
              </a:r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or </a:t>
              </a:r>
              <a:r>
                <a:rPr lang="en-US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Flask</a:t>
              </a:r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where users can upload resumes and get instant feedback.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130648-20DB-B268-D05E-57BD3B8D038E}"/>
              </a:ext>
            </a:extLst>
          </p:cNvPr>
          <p:cNvGrpSpPr/>
          <p:nvPr/>
        </p:nvGrpSpPr>
        <p:grpSpPr>
          <a:xfrm>
            <a:off x="838200" y="2674396"/>
            <a:ext cx="9620832" cy="1517283"/>
            <a:chOff x="442508" y="2941548"/>
            <a:chExt cx="8258986" cy="1405785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70EEC1F-E4C6-D8D0-726E-978B5F8EA6FD}"/>
                </a:ext>
              </a:extLst>
            </p:cNvPr>
            <p:cNvSpPr/>
            <p:nvPr/>
          </p:nvSpPr>
          <p:spPr>
            <a:xfrm>
              <a:off x="6738390" y="3313311"/>
              <a:ext cx="1034020" cy="1034019"/>
            </a:xfrm>
            <a:custGeom>
              <a:avLst/>
              <a:gdLst>
                <a:gd name="connsiteX0" fmla="*/ 470089 w 1378693"/>
                <a:gd name="connsiteY0" fmla="*/ 0 h 1378692"/>
                <a:gd name="connsiteX1" fmla="*/ 1378693 w 1378693"/>
                <a:gd name="connsiteY1" fmla="*/ 908604 h 1378692"/>
                <a:gd name="connsiteX2" fmla="*/ 1276351 w 1378693"/>
                <a:gd name="connsiteY2" fmla="*/ 1261627 h 1378692"/>
                <a:gd name="connsiteX3" fmla="*/ 908604 w 1378693"/>
                <a:gd name="connsiteY3" fmla="*/ 1378692 h 1378692"/>
                <a:gd name="connsiteX4" fmla="*/ 0 w 1378693"/>
                <a:gd name="connsiteY4" fmla="*/ 470088 h 137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8693" h="1378692">
                  <a:moveTo>
                    <a:pt x="470089" y="0"/>
                  </a:moveTo>
                  <a:lnTo>
                    <a:pt x="1378693" y="908604"/>
                  </a:lnTo>
                  <a:lnTo>
                    <a:pt x="1276351" y="1261627"/>
                  </a:lnTo>
                  <a:lnTo>
                    <a:pt x="908604" y="1378692"/>
                  </a:lnTo>
                  <a:lnTo>
                    <a:pt x="0" y="470088"/>
                  </a:lnTo>
                  <a:close/>
                </a:path>
              </a:pathLst>
            </a:custGeom>
            <a:solidFill>
              <a:srgbClr val="009900"/>
            </a:solidFill>
            <a:ln w="6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749662F-A807-5335-FCB9-DBA9A3D80040}"/>
                </a:ext>
              </a:extLst>
            </p:cNvPr>
            <p:cNvSpPr/>
            <p:nvPr/>
          </p:nvSpPr>
          <p:spPr>
            <a:xfrm>
              <a:off x="7417807" y="3416210"/>
              <a:ext cx="1283687" cy="931120"/>
            </a:xfrm>
            <a:custGeom>
              <a:avLst/>
              <a:gdLst>
                <a:gd name="connsiteX0" fmla="*/ 501255 w 1825056"/>
                <a:gd name="connsiteY0" fmla="*/ 0 h 1323801"/>
                <a:gd name="connsiteX1" fmla="*/ 1323800 w 1825056"/>
                <a:gd name="connsiteY1" fmla="*/ 0 h 1323801"/>
                <a:gd name="connsiteX2" fmla="*/ 1825056 w 1825056"/>
                <a:gd name="connsiteY2" fmla="*/ 0 h 1323801"/>
                <a:gd name="connsiteX3" fmla="*/ 1825056 w 1825056"/>
                <a:gd name="connsiteY3" fmla="*/ 462696 h 1323801"/>
                <a:gd name="connsiteX4" fmla="*/ 1825055 w 1825056"/>
                <a:gd name="connsiteY4" fmla="*/ 462696 h 1323801"/>
                <a:gd name="connsiteX5" fmla="*/ 1825055 w 1825056"/>
                <a:gd name="connsiteY5" fmla="*/ 1323801 h 1323801"/>
                <a:gd name="connsiteX6" fmla="*/ 1362360 w 1825056"/>
                <a:gd name="connsiteY6" fmla="*/ 1323801 h 1323801"/>
                <a:gd name="connsiteX7" fmla="*/ 1362360 w 1825056"/>
                <a:gd name="connsiteY7" fmla="*/ 963950 h 1323801"/>
                <a:gd name="connsiteX8" fmla="*/ 1002509 w 1825056"/>
                <a:gd name="connsiteY8" fmla="*/ 1323801 h 1323801"/>
                <a:gd name="connsiteX9" fmla="*/ 0 w 1825056"/>
                <a:gd name="connsiteY9" fmla="*/ 1323801 h 1323801"/>
                <a:gd name="connsiteX10" fmla="*/ 861105 w 1825056"/>
                <a:gd name="connsiteY10" fmla="*/ 462696 h 1323801"/>
                <a:gd name="connsiteX11" fmla="*/ 501255 w 1825056"/>
                <a:gd name="connsiteY11" fmla="*/ 462696 h 132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5056" h="1323801">
                  <a:moveTo>
                    <a:pt x="501255" y="0"/>
                  </a:moveTo>
                  <a:lnTo>
                    <a:pt x="1323800" y="0"/>
                  </a:lnTo>
                  <a:lnTo>
                    <a:pt x="1825056" y="0"/>
                  </a:lnTo>
                  <a:lnTo>
                    <a:pt x="1825056" y="462696"/>
                  </a:lnTo>
                  <a:lnTo>
                    <a:pt x="1825055" y="462696"/>
                  </a:lnTo>
                  <a:lnTo>
                    <a:pt x="1825055" y="1323801"/>
                  </a:lnTo>
                  <a:lnTo>
                    <a:pt x="1362360" y="1323801"/>
                  </a:lnTo>
                  <a:lnTo>
                    <a:pt x="1362360" y="963950"/>
                  </a:lnTo>
                  <a:lnTo>
                    <a:pt x="1002509" y="1323801"/>
                  </a:lnTo>
                  <a:lnTo>
                    <a:pt x="0" y="1323801"/>
                  </a:lnTo>
                  <a:lnTo>
                    <a:pt x="861105" y="462696"/>
                  </a:lnTo>
                  <a:lnTo>
                    <a:pt x="501255" y="462696"/>
                  </a:lnTo>
                  <a:close/>
                </a:path>
              </a:pathLst>
            </a:custGeom>
            <a:solidFill>
              <a:srgbClr val="00B050"/>
            </a:solidFill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 dirty="0">
                <a:solidFill>
                  <a:srgbClr val="00B050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686FD3B-CCA9-4E64-65BB-045EAC5E855D}"/>
                </a:ext>
              </a:extLst>
            </p:cNvPr>
            <p:cNvSpPr/>
            <p:nvPr/>
          </p:nvSpPr>
          <p:spPr>
            <a:xfrm>
              <a:off x="5419804" y="2952480"/>
              <a:ext cx="980448" cy="957503"/>
            </a:xfrm>
            <a:custGeom>
              <a:avLst/>
              <a:gdLst>
                <a:gd name="connsiteX0" fmla="*/ 806581 w 1307264"/>
                <a:gd name="connsiteY0" fmla="*/ 0 h 1276670"/>
                <a:gd name="connsiteX1" fmla="*/ 1307264 w 1307264"/>
                <a:gd name="connsiteY1" fmla="*/ 147617 h 1276670"/>
                <a:gd name="connsiteX2" fmla="*/ 1276669 w 1307264"/>
                <a:gd name="connsiteY2" fmla="*/ 470089 h 1276670"/>
                <a:gd name="connsiteX3" fmla="*/ 470088 w 1307264"/>
                <a:gd name="connsiteY3" fmla="*/ 1276670 h 1276670"/>
                <a:gd name="connsiteX4" fmla="*/ 0 w 1307264"/>
                <a:gd name="connsiteY4" fmla="*/ 806581 h 127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264" h="1276670">
                  <a:moveTo>
                    <a:pt x="806581" y="0"/>
                  </a:moveTo>
                  <a:lnTo>
                    <a:pt x="1307264" y="147617"/>
                  </a:lnTo>
                  <a:lnTo>
                    <a:pt x="1276669" y="470089"/>
                  </a:lnTo>
                  <a:lnTo>
                    <a:pt x="470088" y="1276670"/>
                  </a:lnTo>
                  <a:lnTo>
                    <a:pt x="0" y="806581"/>
                  </a:lnTo>
                  <a:close/>
                </a:path>
              </a:pathLst>
            </a:custGeom>
            <a:solidFill>
              <a:srgbClr val="4C216D"/>
            </a:solidFill>
            <a:ln w="6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98A10BD-AF3B-996F-9486-2953C6878982}"/>
                </a:ext>
              </a:extLst>
            </p:cNvPr>
            <p:cNvSpPr/>
            <p:nvPr/>
          </p:nvSpPr>
          <p:spPr>
            <a:xfrm flipV="1">
              <a:off x="6023069" y="2952908"/>
              <a:ext cx="1283687" cy="928864"/>
            </a:xfrm>
            <a:custGeom>
              <a:avLst/>
              <a:gdLst>
                <a:gd name="connsiteX0" fmla="*/ 501255 w 1825056"/>
                <a:gd name="connsiteY0" fmla="*/ 0 h 1323801"/>
                <a:gd name="connsiteX1" fmla="*/ 1323800 w 1825056"/>
                <a:gd name="connsiteY1" fmla="*/ 0 h 1323801"/>
                <a:gd name="connsiteX2" fmla="*/ 1825056 w 1825056"/>
                <a:gd name="connsiteY2" fmla="*/ 0 h 1323801"/>
                <a:gd name="connsiteX3" fmla="*/ 1825056 w 1825056"/>
                <a:gd name="connsiteY3" fmla="*/ 462696 h 1323801"/>
                <a:gd name="connsiteX4" fmla="*/ 1825055 w 1825056"/>
                <a:gd name="connsiteY4" fmla="*/ 462696 h 1323801"/>
                <a:gd name="connsiteX5" fmla="*/ 1825055 w 1825056"/>
                <a:gd name="connsiteY5" fmla="*/ 1323801 h 1323801"/>
                <a:gd name="connsiteX6" fmla="*/ 1362360 w 1825056"/>
                <a:gd name="connsiteY6" fmla="*/ 1323801 h 1323801"/>
                <a:gd name="connsiteX7" fmla="*/ 1362360 w 1825056"/>
                <a:gd name="connsiteY7" fmla="*/ 963950 h 1323801"/>
                <a:gd name="connsiteX8" fmla="*/ 1002509 w 1825056"/>
                <a:gd name="connsiteY8" fmla="*/ 1323801 h 1323801"/>
                <a:gd name="connsiteX9" fmla="*/ 0 w 1825056"/>
                <a:gd name="connsiteY9" fmla="*/ 1323801 h 1323801"/>
                <a:gd name="connsiteX10" fmla="*/ 861105 w 1825056"/>
                <a:gd name="connsiteY10" fmla="*/ 462696 h 1323801"/>
                <a:gd name="connsiteX11" fmla="*/ 501255 w 1825056"/>
                <a:gd name="connsiteY11" fmla="*/ 462696 h 132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5056" h="1323801">
                  <a:moveTo>
                    <a:pt x="501255" y="0"/>
                  </a:moveTo>
                  <a:lnTo>
                    <a:pt x="1323800" y="0"/>
                  </a:lnTo>
                  <a:lnTo>
                    <a:pt x="1825056" y="0"/>
                  </a:lnTo>
                  <a:lnTo>
                    <a:pt x="1825056" y="462696"/>
                  </a:lnTo>
                  <a:lnTo>
                    <a:pt x="1825055" y="462696"/>
                  </a:lnTo>
                  <a:lnTo>
                    <a:pt x="1825055" y="1323801"/>
                  </a:lnTo>
                  <a:lnTo>
                    <a:pt x="1362360" y="1323801"/>
                  </a:lnTo>
                  <a:lnTo>
                    <a:pt x="1362360" y="963950"/>
                  </a:lnTo>
                  <a:lnTo>
                    <a:pt x="1002509" y="1323801"/>
                  </a:lnTo>
                  <a:lnTo>
                    <a:pt x="0" y="1323801"/>
                  </a:lnTo>
                  <a:lnTo>
                    <a:pt x="861105" y="462696"/>
                  </a:lnTo>
                  <a:lnTo>
                    <a:pt x="501255" y="462696"/>
                  </a:lnTo>
                  <a:close/>
                </a:path>
              </a:pathLst>
            </a:custGeom>
            <a:solidFill>
              <a:srgbClr val="7030A0"/>
            </a:solidFill>
            <a:ln w="6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1CFC826-E033-A721-5A0C-E49D6E941EA2}"/>
                </a:ext>
              </a:extLst>
            </p:cNvPr>
            <p:cNvSpPr/>
            <p:nvPr/>
          </p:nvSpPr>
          <p:spPr>
            <a:xfrm>
              <a:off x="3944820" y="3313313"/>
              <a:ext cx="1038113" cy="1034020"/>
            </a:xfrm>
            <a:custGeom>
              <a:avLst/>
              <a:gdLst>
                <a:gd name="connsiteX0" fmla="*/ 470089 w 1384150"/>
                <a:gd name="connsiteY0" fmla="*/ 0 h 1378693"/>
                <a:gd name="connsiteX1" fmla="*/ 1378693 w 1384150"/>
                <a:gd name="connsiteY1" fmla="*/ 908604 h 1378693"/>
                <a:gd name="connsiteX2" fmla="*/ 1384150 w 1384150"/>
                <a:gd name="connsiteY2" fmla="*/ 1220987 h 1378693"/>
                <a:gd name="connsiteX3" fmla="*/ 908604 w 1384150"/>
                <a:gd name="connsiteY3" fmla="*/ 1378693 h 1378693"/>
                <a:gd name="connsiteX4" fmla="*/ 0 w 1384150"/>
                <a:gd name="connsiteY4" fmla="*/ 470089 h 137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4150" h="1378693">
                  <a:moveTo>
                    <a:pt x="470089" y="0"/>
                  </a:moveTo>
                  <a:lnTo>
                    <a:pt x="1378693" y="908604"/>
                  </a:lnTo>
                  <a:lnTo>
                    <a:pt x="1384150" y="1220987"/>
                  </a:lnTo>
                  <a:lnTo>
                    <a:pt x="908604" y="1378693"/>
                  </a:lnTo>
                  <a:lnTo>
                    <a:pt x="0" y="470089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E05492F-6124-9322-0AF3-E67F9D835616}"/>
                </a:ext>
              </a:extLst>
            </p:cNvPr>
            <p:cNvSpPr/>
            <p:nvPr/>
          </p:nvSpPr>
          <p:spPr>
            <a:xfrm>
              <a:off x="4624237" y="3416211"/>
              <a:ext cx="1283687" cy="931121"/>
            </a:xfrm>
            <a:custGeom>
              <a:avLst/>
              <a:gdLst>
                <a:gd name="connsiteX0" fmla="*/ 501255 w 1825056"/>
                <a:gd name="connsiteY0" fmla="*/ 0 h 1323801"/>
                <a:gd name="connsiteX1" fmla="*/ 1323800 w 1825056"/>
                <a:gd name="connsiteY1" fmla="*/ 0 h 1323801"/>
                <a:gd name="connsiteX2" fmla="*/ 1825056 w 1825056"/>
                <a:gd name="connsiteY2" fmla="*/ 0 h 1323801"/>
                <a:gd name="connsiteX3" fmla="*/ 1825056 w 1825056"/>
                <a:gd name="connsiteY3" fmla="*/ 462696 h 1323801"/>
                <a:gd name="connsiteX4" fmla="*/ 1825055 w 1825056"/>
                <a:gd name="connsiteY4" fmla="*/ 462696 h 1323801"/>
                <a:gd name="connsiteX5" fmla="*/ 1825055 w 1825056"/>
                <a:gd name="connsiteY5" fmla="*/ 1323801 h 1323801"/>
                <a:gd name="connsiteX6" fmla="*/ 1362360 w 1825056"/>
                <a:gd name="connsiteY6" fmla="*/ 1323801 h 1323801"/>
                <a:gd name="connsiteX7" fmla="*/ 1362360 w 1825056"/>
                <a:gd name="connsiteY7" fmla="*/ 963950 h 1323801"/>
                <a:gd name="connsiteX8" fmla="*/ 1002509 w 1825056"/>
                <a:gd name="connsiteY8" fmla="*/ 1323801 h 1323801"/>
                <a:gd name="connsiteX9" fmla="*/ 0 w 1825056"/>
                <a:gd name="connsiteY9" fmla="*/ 1323801 h 1323801"/>
                <a:gd name="connsiteX10" fmla="*/ 861105 w 1825056"/>
                <a:gd name="connsiteY10" fmla="*/ 462696 h 1323801"/>
                <a:gd name="connsiteX11" fmla="*/ 501255 w 1825056"/>
                <a:gd name="connsiteY11" fmla="*/ 462696 h 132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5056" h="1323801">
                  <a:moveTo>
                    <a:pt x="501255" y="0"/>
                  </a:moveTo>
                  <a:lnTo>
                    <a:pt x="1323800" y="0"/>
                  </a:lnTo>
                  <a:lnTo>
                    <a:pt x="1825056" y="0"/>
                  </a:lnTo>
                  <a:lnTo>
                    <a:pt x="1825056" y="462696"/>
                  </a:lnTo>
                  <a:lnTo>
                    <a:pt x="1825055" y="462696"/>
                  </a:lnTo>
                  <a:lnTo>
                    <a:pt x="1825055" y="1323801"/>
                  </a:lnTo>
                  <a:lnTo>
                    <a:pt x="1362360" y="1323801"/>
                  </a:lnTo>
                  <a:lnTo>
                    <a:pt x="1362360" y="963950"/>
                  </a:lnTo>
                  <a:lnTo>
                    <a:pt x="1002509" y="1323801"/>
                  </a:lnTo>
                  <a:lnTo>
                    <a:pt x="0" y="1323801"/>
                  </a:lnTo>
                  <a:lnTo>
                    <a:pt x="861105" y="462696"/>
                  </a:lnTo>
                  <a:lnTo>
                    <a:pt x="501255" y="462696"/>
                  </a:lnTo>
                  <a:close/>
                </a:path>
              </a:pathLst>
            </a:custGeom>
            <a:solidFill>
              <a:schemeClr val="accent2"/>
            </a:solidFill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931CE42-2A8E-9070-1857-25A00AA79B47}"/>
                </a:ext>
              </a:extLst>
            </p:cNvPr>
            <p:cNvSpPr/>
            <p:nvPr/>
          </p:nvSpPr>
          <p:spPr>
            <a:xfrm>
              <a:off x="2632810" y="2952483"/>
              <a:ext cx="957503" cy="957503"/>
            </a:xfrm>
            <a:custGeom>
              <a:avLst/>
              <a:gdLst>
                <a:gd name="connsiteX0" fmla="*/ 806582 w 1276670"/>
                <a:gd name="connsiteY0" fmla="*/ 0 h 1276671"/>
                <a:gd name="connsiteX1" fmla="*/ 1253894 w 1276670"/>
                <a:gd name="connsiteY1" fmla="*/ 117136 h 1276671"/>
                <a:gd name="connsiteX2" fmla="*/ 1276670 w 1276670"/>
                <a:gd name="connsiteY2" fmla="*/ 470089 h 1276671"/>
                <a:gd name="connsiteX3" fmla="*/ 470089 w 1276670"/>
                <a:gd name="connsiteY3" fmla="*/ 1276671 h 1276671"/>
                <a:gd name="connsiteX4" fmla="*/ 0 w 1276670"/>
                <a:gd name="connsiteY4" fmla="*/ 806582 h 1276671"/>
                <a:gd name="connsiteX0" fmla="*/ 806582 w 1276670"/>
                <a:gd name="connsiteY0" fmla="*/ 0 h 1276671"/>
                <a:gd name="connsiteX1" fmla="*/ 1253894 w 1276670"/>
                <a:gd name="connsiteY1" fmla="*/ 117136 h 1276671"/>
                <a:gd name="connsiteX2" fmla="*/ 1276670 w 1276670"/>
                <a:gd name="connsiteY2" fmla="*/ 470089 h 1276671"/>
                <a:gd name="connsiteX3" fmla="*/ 470089 w 1276670"/>
                <a:gd name="connsiteY3" fmla="*/ 1276671 h 1276671"/>
                <a:gd name="connsiteX4" fmla="*/ 0 w 1276670"/>
                <a:gd name="connsiteY4" fmla="*/ 806582 h 1276671"/>
                <a:gd name="connsiteX5" fmla="*/ 806582 w 1276670"/>
                <a:gd name="connsiteY5" fmla="*/ 0 h 127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6670" h="1276671">
                  <a:moveTo>
                    <a:pt x="806582" y="0"/>
                  </a:moveTo>
                  <a:lnTo>
                    <a:pt x="1253894" y="117136"/>
                  </a:lnTo>
                  <a:lnTo>
                    <a:pt x="1276670" y="470089"/>
                  </a:lnTo>
                  <a:lnTo>
                    <a:pt x="470089" y="1276671"/>
                  </a:lnTo>
                  <a:lnTo>
                    <a:pt x="0" y="806582"/>
                  </a:lnTo>
                  <a:lnTo>
                    <a:pt x="806582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6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B66F346-31C8-6ABC-C7A1-814011FE33F3}"/>
                </a:ext>
              </a:extLst>
            </p:cNvPr>
            <p:cNvSpPr/>
            <p:nvPr/>
          </p:nvSpPr>
          <p:spPr>
            <a:xfrm flipV="1">
              <a:off x="3239030" y="2941548"/>
              <a:ext cx="1283687" cy="928864"/>
            </a:xfrm>
            <a:custGeom>
              <a:avLst/>
              <a:gdLst>
                <a:gd name="connsiteX0" fmla="*/ 501255 w 1825056"/>
                <a:gd name="connsiteY0" fmla="*/ 0 h 1323801"/>
                <a:gd name="connsiteX1" fmla="*/ 1323800 w 1825056"/>
                <a:gd name="connsiteY1" fmla="*/ 0 h 1323801"/>
                <a:gd name="connsiteX2" fmla="*/ 1825056 w 1825056"/>
                <a:gd name="connsiteY2" fmla="*/ 0 h 1323801"/>
                <a:gd name="connsiteX3" fmla="*/ 1825056 w 1825056"/>
                <a:gd name="connsiteY3" fmla="*/ 462696 h 1323801"/>
                <a:gd name="connsiteX4" fmla="*/ 1825055 w 1825056"/>
                <a:gd name="connsiteY4" fmla="*/ 462696 h 1323801"/>
                <a:gd name="connsiteX5" fmla="*/ 1825055 w 1825056"/>
                <a:gd name="connsiteY5" fmla="*/ 1323801 h 1323801"/>
                <a:gd name="connsiteX6" fmla="*/ 1362360 w 1825056"/>
                <a:gd name="connsiteY6" fmla="*/ 1323801 h 1323801"/>
                <a:gd name="connsiteX7" fmla="*/ 1362360 w 1825056"/>
                <a:gd name="connsiteY7" fmla="*/ 963950 h 1323801"/>
                <a:gd name="connsiteX8" fmla="*/ 1002509 w 1825056"/>
                <a:gd name="connsiteY8" fmla="*/ 1323801 h 1323801"/>
                <a:gd name="connsiteX9" fmla="*/ 0 w 1825056"/>
                <a:gd name="connsiteY9" fmla="*/ 1323801 h 1323801"/>
                <a:gd name="connsiteX10" fmla="*/ 861105 w 1825056"/>
                <a:gd name="connsiteY10" fmla="*/ 462696 h 1323801"/>
                <a:gd name="connsiteX11" fmla="*/ 501255 w 1825056"/>
                <a:gd name="connsiteY11" fmla="*/ 462696 h 132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5056" h="1323801">
                  <a:moveTo>
                    <a:pt x="501255" y="0"/>
                  </a:moveTo>
                  <a:lnTo>
                    <a:pt x="1323800" y="0"/>
                  </a:lnTo>
                  <a:lnTo>
                    <a:pt x="1825056" y="0"/>
                  </a:lnTo>
                  <a:lnTo>
                    <a:pt x="1825056" y="462696"/>
                  </a:lnTo>
                  <a:lnTo>
                    <a:pt x="1825055" y="462696"/>
                  </a:lnTo>
                  <a:lnTo>
                    <a:pt x="1825055" y="1323801"/>
                  </a:lnTo>
                  <a:lnTo>
                    <a:pt x="1362360" y="1323801"/>
                  </a:lnTo>
                  <a:lnTo>
                    <a:pt x="1362360" y="963950"/>
                  </a:lnTo>
                  <a:lnTo>
                    <a:pt x="1002509" y="1323801"/>
                  </a:lnTo>
                  <a:lnTo>
                    <a:pt x="0" y="1323801"/>
                  </a:lnTo>
                  <a:lnTo>
                    <a:pt x="861105" y="462696"/>
                  </a:lnTo>
                  <a:lnTo>
                    <a:pt x="501255" y="462696"/>
                  </a:lnTo>
                  <a:close/>
                </a:path>
              </a:pathLst>
            </a:custGeom>
            <a:solidFill>
              <a:schemeClr val="accent5"/>
            </a:solidFill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85E5425-ACFC-81F1-D0C4-E22F436E1A75}"/>
                </a:ext>
              </a:extLst>
            </p:cNvPr>
            <p:cNvSpPr/>
            <p:nvPr/>
          </p:nvSpPr>
          <p:spPr>
            <a:xfrm>
              <a:off x="1157828" y="3313313"/>
              <a:ext cx="1142864" cy="1034020"/>
            </a:xfrm>
            <a:custGeom>
              <a:avLst/>
              <a:gdLst>
                <a:gd name="connsiteX0" fmla="*/ 470089 w 1523818"/>
                <a:gd name="connsiteY0" fmla="*/ 0 h 1378693"/>
                <a:gd name="connsiteX1" fmla="*/ 1378693 w 1523818"/>
                <a:gd name="connsiteY1" fmla="*/ 908604 h 1378693"/>
                <a:gd name="connsiteX2" fmla="*/ 1523818 w 1523818"/>
                <a:gd name="connsiteY2" fmla="*/ 1281946 h 1378693"/>
                <a:gd name="connsiteX3" fmla="*/ 908604 w 1523818"/>
                <a:gd name="connsiteY3" fmla="*/ 1378693 h 1378693"/>
                <a:gd name="connsiteX4" fmla="*/ 0 w 1523818"/>
                <a:gd name="connsiteY4" fmla="*/ 470089 h 137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818" h="1378693">
                  <a:moveTo>
                    <a:pt x="470089" y="0"/>
                  </a:moveTo>
                  <a:lnTo>
                    <a:pt x="1378693" y="908604"/>
                  </a:lnTo>
                  <a:lnTo>
                    <a:pt x="1523818" y="1281946"/>
                  </a:lnTo>
                  <a:lnTo>
                    <a:pt x="908604" y="1378693"/>
                  </a:lnTo>
                  <a:lnTo>
                    <a:pt x="0" y="470089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6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CD4640-17E2-6255-B9F0-848069DB932F}"/>
                </a:ext>
              </a:extLst>
            </p:cNvPr>
            <p:cNvSpPr/>
            <p:nvPr/>
          </p:nvSpPr>
          <p:spPr>
            <a:xfrm>
              <a:off x="1837245" y="3416211"/>
              <a:ext cx="1283687" cy="931121"/>
            </a:xfrm>
            <a:custGeom>
              <a:avLst/>
              <a:gdLst>
                <a:gd name="connsiteX0" fmla="*/ 501255 w 1825056"/>
                <a:gd name="connsiteY0" fmla="*/ 0 h 1323801"/>
                <a:gd name="connsiteX1" fmla="*/ 1323800 w 1825056"/>
                <a:gd name="connsiteY1" fmla="*/ 0 h 1323801"/>
                <a:gd name="connsiteX2" fmla="*/ 1825056 w 1825056"/>
                <a:gd name="connsiteY2" fmla="*/ 0 h 1323801"/>
                <a:gd name="connsiteX3" fmla="*/ 1825056 w 1825056"/>
                <a:gd name="connsiteY3" fmla="*/ 462696 h 1323801"/>
                <a:gd name="connsiteX4" fmla="*/ 1825055 w 1825056"/>
                <a:gd name="connsiteY4" fmla="*/ 462696 h 1323801"/>
                <a:gd name="connsiteX5" fmla="*/ 1825055 w 1825056"/>
                <a:gd name="connsiteY5" fmla="*/ 1323801 h 1323801"/>
                <a:gd name="connsiteX6" fmla="*/ 1362360 w 1825056"/>
                <a:gd name="connsiteY6" fmla="*/ 1323801 h 1323801"/>
                <a:gd name="connsiteX7" fmla="*/ 1362360 w 1825056"/>
                <a:gd name="connsiteY7" fmla="*/ 963950 h 1323801"/>
                <a:gd name="connsiteX8" fmla="*/ 1002509 w 1825056"/>
                <a:gd name="connsiteY8" fmla="*/ 1323801 h 1323801"/>
                <a:gd name="connsiteX9" fmla="*/ 0 w 1825056"/>
                <a:gd name="connsiteY9" fmla="*/ 1323801 h 1323801"/>
                <a:gd name="connsiteX10" fmla="*/ 861105 w 1825056"/>
                <a:gd name="connsiteY10" fmla="*/ 462696 h 1323801"/>
                <a:gd name="connsiteX11" fmla="*/ 501255 w 1825056"/>
                <a:gd name="connsiteY11" fmla="*/ 462696 h 132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5056" h="1323801">
                  <a:moveTo>
                    <a:pt x="501255" y="0"/>
                  </a:moveTo>
                  <a:lnTo>
                    <a:pt x="1323800" y="0"/>
                  </a:lnTo>
                  <a:lnTo>
                    <a:pt x="1825056" y="0"/>
                  </a:lnTo>
                  <a:lnTo>
                    <a:pt x="1825056" y="462696"/>
                  </a:lnTo>
                  <a:lnTo>
                    <a:pt x="1825055" y="462696"/>
                  </a:lnTo>
                  <a:lnTo>
                    <a:pt x="1825055" y="1323801"/>
                  </a:lnTo>
                  <a:lnTo>
                    <a:pt x="1362360" y="1323801"/>
                  </a:lnTo>
                  <a:lnTo>
                    <a:pt x="1362360" y="963950"/>
                  </a:lnTo>
                  <a:lnTo>
                    <a:pt x="1002509" y="1323801"/>
                  </a:lnTo>
                  <a:lnTo>
                    <a:pt x="0" y="1323801"/>
                  </a:lnTo>
                  <a:lnTo>
                    <a:pt x="861105" y="462696"/>
                  </a:lnTo>
                  <a:lnTo>
                    <a:pt x="501255" y="462696"/>
                  </a:lnTo>
                  <a:close/>
                </a:path>
              </a:pathLst>
            </a:custGeom>
            <a:solidFill>
              <a:schemeClr val="accent4"/>
            </a:solidFill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BA443B8-D92D-7FC1-159C-2DA8DFDB7B18}"/>
                </a:ext>
              </a:extLst>
            </p:cNvPr>
            <p:cNvSpPr/>
            <p:nvPr/>
          </p:nvSpPr>
          <p:spPr>
            <a:xfrm flipV="1">
              <a:off x="442508" y="2952908"/>
              <a:ext cx="1283687" cy="928863"/>
            </a:xfrm>
            <a:custGeom>
              <a:avLst/>
              <a:gdLst>
                <a:gd name="connsiteX0" fmla="*/ 501255 w 1825056"/>
                <a:gd name="connsiteY0" fmla="*/ 0 h 1323801"/>
                <a:gd name="connsiteX1" fmla="*/ 1323800 w 1825056"/>
                <a:gd name="connsiteY1" fmla="*/ 0 h 1323801"/>
                <a:gd name="connsiteX2" fmla="*/ 1825056 w 1825056"/>
                <a:gd name="connsiteY2" fmla="*/ 0 h 1323801"/>
                <a:gd name="connsiteX3" fmla="*/ 1825056 w 1825056"/>
                <a:gd name="connsiteY3" fmla="*/ 462696 h 1323801"/>
                <a:gd name="connsiteX4" fmla="*/ 1825055 w 1825056"/>
                <a:gd name="connsiteY4" fmla="*/ 462696 h 1323801"/>
                <a:gd name="connsiteX5" fmla="*/ 1825055 w 1825056"/>
                <a:gd name="connsiteY5" fmla="*/ 1323801 h 1323801"/>
                <a:gd name="connsiteX6" fmla="*/ 1362360 w 1825056"/>
                <a:gd name="connsiteY6" fmla="*/ 1323801 h 1323801"/>
                <a:gd name="connsiteX7" fmla="*/ 1362360 w 1825056"/>
                <a:gd name="connsiteY7" fmla="*/ 963950 h 1323801"/>
                <a:gd name="connsiteX8" fmla="*/ 1002509 w 1825056"/>
                <a:gd name="connsiteY8" fmla="*/ 1323801 h 1323801"/>
                <a:gd name="connsiteX9" fmla="*/ 0 w 1825056"/>
                <a:gd name="connsiteY9" fmla="*/ 1323801 h 1323801"/>
                <a:gd name="connsiteX10" fmla="*/ 861105 w 1825056"/>
                <a:gd name="connsiteY10" fmla="*/ 462696 h 1323801"/>
                <a:gd name="connsiteX11" fmla="*/ 501255 w 1825056"/>
                <a:gd name="connsiteY11" fmla="*/ 462696 h 132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5056" h="1323801">
                  <a:moveTo>
                    <a:pt x="501255" y="0"/>
                  </a:moveTo>
                  <a:lnTo>
                    <a:pt x="1323800" y="0"/>
                  </a:lnTo>
                  <a:lnTo>
                    <a:pt x="1825056" y="0"/>
                  </a:lnTo>
                  <a:lnTo>
                    <a:pt x="1825056" y="462696"/>
                  </a:lnTo>
                  <a:lnTo>
                    <a:pt x="1825055" y="462696"/>
                  </a:lnTo>
                  <a:lnTo>
                    <a:pt x="1825055" y="1323801"/>
                  </a:lnTo>
                  <a:lnTo>
                    <a:pt x="1362360" y="1323801"/>
                  </a:lnTo>
                  <a:lnTo>
                    <a:pt x="1362360" y="963950"/>
                  </a:lnTo>
                  <a:lnTo>
                    <a:pt x="1002509" y="1323801"/>
                  </a:lnTo>
                  <a:lnTo>
                    <a:pt x="0" y="1323801"/>
                  </a:lnTo>
                  <a:lnTo>
                    <a:pt x="861105" y="462696"/>
                  </a:lnTo>
                  <a:lnTo>
                    <a:pt x="501255" y="462696"/>
                  </a:lnTo>
                  <a:close/>
                </a:path>
              </a:pathLst>
            </a:custGeom>
            <a:solidFill>
              <a:srgbClr val="C00000"/>
            </a:solidFill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 dirty="0"/>
            </a:p>
          </p:txBody>
        </p:sp>
        <p:pic>
          <p:nvPicPr>
            <p:cNvPr id="75" name="Graphic 74" descr="Badge 1 outline">
              <a:extLst>
                <a:ext uri="{FF2B5EF4-FFF2-40B4-BE49-F238E27FC236}">
                  <a16:creationId xmlns:a16="http://schemas.microsoft.com/office/drawing/2014/main" id="{370543A2-7409-557C-B734-4A858AD11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76615" y="3432191"/>
              <a:ext cx="411480" cy="411480"/>
            </a:xfrm>
            <a:prstGeom prst="rect">
              <a:avLst/>
            </a:prstGeom>
          </p:spPr>
        </p:pic>
        <p:pic>
          <p:nvPicPr>
            <p:cNvPr id="77" name="Graphic 76" descr="Badge outline">
              <a:extLst>
                <a:ext uri="{FF2B5EF4-FFF2-40B4-BE49-F238E27FC236}">
                  <a16:creationId xmlns:a16="http://schemas.microsoft.com/office/drawing/2014/main" id="{4327005F-994B-BDEE-4D5F-6157C48A1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71352" y="3454309"/>
              <a:ext cx="411480" cy="411480"/>
            </a:xfrm>
            <a:prstGeom prst="rect">
              <a:avLst/>
            </a:prstGeom>
          </p:spPr>
        </p:pic>
        <p:pic>
          <p:nvPicPr>
            <p:cNvPr id="79" name="Graphic 78" descr="Badge 3 outline">
              <a:extLst>
                <a:ext uri="{FF2B5EF4-FFF2-40B4-BE49-F238E27FC236}">
                  <a16:creationId xmlns:a16="http://schemas.microsoft.com/office/drawing/2014/main" id="{40B686E7-985A-D4B6-0707-3B4060555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70183" y="3432191"/>
              <a:ext cx="411480" cy="411480"/>
            </a:xfrm>
            <a:prstGeom prst="rect">
              <a:avLst/>
            </a:prstGeom>
          </p:spPr>
        </p:pic>
        <p:pic>
          <p:nvPicPr>
            <p:cNvPr id="81" name="Graphic 80" descr="Badge 4 outline">
              <a:extLst>
                <a:ext uri="{FF2B5EF4-FFF2-40B4-BE49-F238E27FC236}">
                  <a16:creationId xmlns:a16="http://schemas.microsoft.com/office/drawing/2014/main" id="{310DC2F9-ED27-269D-367A-7AEBBFD62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58343" y="3454309"/>
              <a:ext cx="411480" cy="411480"/>
            </a:xfrm>
            <a:prstGeom prst="rect">
              <a:avLst/>
            </a:prstGeom>
          </p:spPr>
        </p:pic>
        <p:pic>
          <p:nvPicPr>
            <p:cNvPr id="83" name="Graphic 82" descr="Badge 5 outline">
              <a:extLst>
                <a:ext uri="{FF2B5EF4-FFF2-40B4-BE49-F238E27FC236}">
                  <a16:creationId xmlns:a16="http://schemas.microsoft.com/office/drawing/2014/main" id="{EDB03F7C-1CAE-A277-8CA8-20972F1F6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857176" y="3432191"/>
              <a:ext cx="411480" cy="411480"/>
            </a:xfrm>
            <a:prstGeom prst="rect">
              <a:avLst/>
            </a:prstGeom>
          </p:spPr>
        </p:pic>
        <p:pic>
          <p:nvPicPr>
            <p:cNvPr id="85" name="Graphic 84" descr="Badge 6 outline">
              <a:extLst>
                <a:ext uri="{FF2B5EF4-FFF2-40B4-BE49-F238E27FC236}">
                  <a16:creationId xmlns:a16="http://schemas.microsoft.com/office/drawing/2014/main" id="{2C48D4DD-46F3-B6A4-D698-C206B3FC5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251913" y="3454309"/>
              <a:ext cx="411480" cy="4114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999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2EE7226B-DE38-F813-B852-7A6ED108A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350"/>
            <a:ext cx="9145588" cy="477838"/>
          </a:xfrm>
        </p:spPr>
        <p:txBody>
          <a:bodyPr/>
          <a:lstStyle/>
          <a:p>
            <a:pPr eaLnBrk="1" hangingPunct="1"/>
            <a:r>
              <a:rPr lang="en-US" altLang="en-US" sz="3200" b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Planning of the Project</a:t>
            </a:r>
            <a:endParaRPr lang="en-US" altLang="en-US" sz="3200"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B2C3B-2A7C-E986-7052-2342528214A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00E8A3-F21B-471E-ADC8-E53B63C0F784}" type="datetime1">
              <a:rPr lang="en-US" altLang="en-US" smtClean="0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5BDF8-4FCD-000A-D823-83024785D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Resume Screening System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9C9E8C2-1D8E-0BA9-A9D3-949A0157F0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9851767"/>
              </p:ext>
            </p:extLst>
          </p:nvPr>
        </p:nvGraphicFramePr>
        <p:xfrm>
          <a:off x="264146" y="908720"/>
          <a:ext cx="11809312" cy="5427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C52F053B-99D0-4751-90F8-BEEA04082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975" y="332656"/>
            <a:ext cx="9037638" cy="477838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Milestones of the Project</a:t>
            </a:r>
            <a:endParaRPr lang="en-US" altLang="en-US" sz="3200" dirty="0"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4DCC5-F773-413E-88F0-AC9D063795F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00E8A3-F21B-471E-ADC8-E53B63C0F784}" type="datetime1">
              <a:rPr lang="en-US" altLang="en-US" smtClean="0"/>
              <a:pPr>
                <a:defRPr/>
              </a:pPr>
              <a:t>10/1/2024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4DC74-87D3-2BA7-F64F-F8FE6F620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Resume Screening System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22432A1-E9CD-C039-8804-5738D92E0B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394133"/>
              </p:ext>
            </p:extLst>
          </p:nvPr>
        </p:nvGraphicFramePr>
        <p:xfrm>
          <a:off x="336154" y="738188"/>
          <a:ext cx="11523290" cy="5139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3991FB4-D0AF-6BC8-18BF-96E73E14C047}"/>
              </a:ext>
            </a:extLst>
          </p:cNvPr>
          <p:cNvGrpSpPr/>
          <p:nvPr/>
        </p:nvGrpSpPr>
        <p:grpSpPr>
          <a:xfrm>
            <a:off x="3670522" y="2523626"/>
            <a:ext cx="1689562" cy="1014861"/>
            <a:chOff x="290186" y="2373075"/>
            <a:chExt cx="3017861" cy="910612"/>
          </a:xfrm>
        </p:grpSpPr>
        <p:sp>
          <p:nvSpPr>
            <p:cNvPr id="48" name="TextBox 33">
              <a:extLst>
                <a:ext uri="{FF2B5EF4-FFF2-40B4-BE49-F238E27FC236}">
                  <a16:creationId xmlns:a16="http://schemas.microsoft.com/office/drawing/2014/main" id="{0112F5B1-48D1-7C9E-AD5E-CD2B665F267A}"/>
                </a:ext>
              </a:extLst>
            </p:cNvPr>
            <p:cNvSpPr txBox="1"/>
            <p:nvPr/>
          </p:nvSpPr>
          <p:spPr>
            <a:xfrm>
              <a:off x="290186" y="2373075"/>
              <a:ext cx="2926078" cy="74563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Week 9-11</a:t>
              </a:r>
            </a:p>
            <a:p>
              <a:pPr algn="ctr"/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Development Phase</a:t>
              </a:r>
            </a:p>
          </p:txBody>
        </p: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A39E2D75-624C-9466-24C5-37738227D715}"/>
                </a:ext>
              </a:extLst>
            </p:cNvPr>
            <p:cNvSpPr txBox="1"/>
            <p:nvPr/>
          </p:nvSpPr>
          <p:spPr>
            <a:xfrm>
              <a:off x="332937" y="3086922"/>
              <a:ext cx="2975110" cy="19676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n-US" sz="825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7CBEFC49-6BEF-ECC2-A143-ECE670A94BFD}"/>
              </a:ext>
            </a:extLst>
          </p:cNvPr>
          <p:cNvSpPr/>
          <p:nvPr/>
        </p:nvSpPr>
        <p:spPr>
          <a:xfrm>
            <a:off x="4005856" y="921504"/>
            <a:ext cx="1359707" cy="127617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6A771BF-F92E-C6E6-F57A-DB54A758CC6B}"/>
              </a:ext>
            </a:extLst>
          </p:cNvPr>
          <p:cNvSpPr/>
          <p:nvPr/>
        </p:nvSpPr>
        <p:spPr>
          <a:xfrm>
            <a:off x="7689737" y="2149501"/>
            <a:ext cx="1359707" cy="127617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2085EA5-A079-31A1-6FAF-BC37AA775EAA}"/>
              </a:ext>
            </a:extLst>
          </p:cNvPr>
          <p:cNvSpPr/>
          <p:nvPr/>
        </p:nvSpPr>
        <p:spPr>
          <a:xfrm>
            <a:off x="5225141" y="2154927"/>
            <a:ext cx="1359707" cy="127617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6D1931C-350C-23A5-48DF-CF2E9F36D2F9}"/>
              </a:ext>
            </a:extLst>
          </p:cNvPr>
          <p:cNvSpPr/>
          <p:nvPr/>
        </p:nvSpPr>
        <p:spPr>
          <a:xfrm>
            <a:off x="4407454" y="3740883"/>
            <a:ext cx="1359707" cy="136310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4BE6F48-7E7B-BD41-55EA-A11B9BF9D566}"/>
              </a:ext>
            </a:extLst>
          </p:cNvPr>
          <p:cNvSpPr/>
          <p:nvPr/>
        </p:nvSpPr>
        <p:spPr>
          <a:xfrm>
            <a:off x="6843722" y="722119"/>
            <a:ext cx="2622532" cy="2424127"/>
          </a:xfrm>
          <a:custGeom>
            <a:avLst/>
            <a:gdLst>
              <a:gd name="connsiteX0" fmla="*/ 828202 w 2645471"/>
              <a:gd name="connsiteY0" fmla="*/ 183576 h 2605382"/>
              <a:gd name="connsiteX1" fmla="*/ 371887 w 2645471"/>
              <a:gd name="connsiteY1" fmla="*/ 372963 h 2605382"/>
              <a:gd name="connsiteX2" fmla="*/ 371887 w 2645471"/>
              <a:gd name="connsiteY2" fmla="*/ 1285551 h 2605382"/>
              <a:gd name="connsiteX3" fmla="*/ 1284516 w 2645471"/>
              <a:gd name="connsiteY3" fmla="*/ 1285551 h 2605382"/>
              <a:gd name="connsiteX4" fmla="*/ 1284516 w 2645471"/>
              <a:gd name="connsiteY4" fmla="*/ 372963 h 2605382"/>
              <a:gd name="connsiteX5" fmla="*/ 828202 w 2645471"/>
              <a:gd name="connsiteY5" fmla="*/ 183576 h 2605382"/>
              <a:gd name="connsiteX6" fmla="*/ 828903 w 2645471"/>
              <a:gd name="connsiteY6" fmla="*/ 0 h 2605382"/>
              <a:gd name="connsiteX7" fmla="*/ 1415464 w 2645471"/>
              <a:gd name="connsiteY7" fmla="*/ 243258 h 2605382"/>
              <a:gd name="connsiteX8" fmla="*/ 1656363 w 2645471"/>
              <a:gd name="connsiteY8" fmla="*/ 780678 h 2605382"/>
              <a:gd name="connsiteX9" fmla="*/ 1657485 w 2645471"/>
              <a:gd name="connsiteY9" fmla="*/ 831662 h 2605382"/>
              <a:gd name="connsiteX10" fmla="*/ 1656363 w 2645471"/>
              <a:gd name="connsiteY10" fmla="*/ 865171 h 2605382"/>
              <a:gd name="connsiteX11" fmla="*/ 1897262 w 2645471"/>
              <a:gd name="connsiteY11" fmla="*/ 1402590 h 2605382"/>
              <a:gd name="connsiteX12" fmla="*/ 2434678 w 2645471"/>
              <a:gd name="connsiteY12" fmla="*/ 1643563 h 2605382"/>
              <a:gd name="connsiteX13" fmla="*/ 2491416 w 2645471"/>
              <a:gd name="connsiteY13" fmla="*/ 1643563 h 2605382"/>
              <a:gd name="connsiteX14" fmla="*/ 2519145 w 2645471"/>
              <a:gd name="connsiteY14" fmla="*/ 1644686 h 2605382"/>
              <a:gd name="connsiteX15" fmla="*/ 2645471 w 2645471"/>
              <a:gd name="connsiteY15" fmla="*/ 1663346 h 2605382"/>
              <a:gd name="connsiteX16" fmla="*/ 2527930 w 2645471"/>
              <a:gd name="connsiteY16" fmla="*/ 1739467 h 2605382"/>
              <a:gd name="connsiteX17" fmla="*/ 2375530 w 2645471"/>
              <a:gd name="connsiteY17" fmla="*/ 1748992 h 2605382"/>
              <a:gd name="connsiteX18" fmla="*/ 2113593 w 2645471"/>
              <a:gd name="connsiteY18" fmla="*/ 1834717 h 2605382"/>
              <a:gd name="connsiteX19" fmla="*/ 1927855 w 2645471"/>
              <a:gd name="connsiteY19" fmla="*/ 1949017 h 2605382"/>
              <a:gd name="connsiteX20" fmla="*/ 1799268 w 2645471"/>
              <a:gd name="connsiteY20" fmla="*/ 2139517 h 2605382"/>
              <a:gd name="connsiteX21" fmla="*/ 1737355 w 2645471"/>
              <a:gd name="connsiteY21" fmla="*/ 2382404 h 2605382"/>
              <a:gd name="connsiteX22" fmla="*/ 1718305 w 2645471"/>
              <a:gd name="connsiteY22" fmla="*/ 2572904 h 2605382"/>
              <a:gd name="connsiteX23" fmla="*/ 1656958 w 2645471"/>
              <a:gd name="connsiteY23" fmla="*/ 2605382 h 2605382"/>
              <a:gd name="connsiteX24" fmla="*/ 1643541 w 2645471"/>
              <a:gd name="connsiteY24" fmla="*/ 2494745 h 2605382"/>
              <a:gd name="connsiteX25" fmla="*/ 1643541 w 2645471"/>
              <a:gd name="connsiteY25" fmla="*/ 2493623 h 2605382"/>
              <a:gd name="connsiteX26" fmla="*/ 1643541 w 2645471"/>
              <a:gd name="connsiteY26" fmla="*/ 2463481 h 2605382"/>
              <a:gd name="connsiteX27" fmla="*/ 1401520 w 2645471"/>
              <a:gd name="connsiteY27" fmla="*/ 1899447 h 2605382"/>
              <a:gd name="connsiteX28" fmla="*/ 837498 w 2645471"/>
              <a:gd name="connsiteY28" fmla="*/ 1657352 h 2605382"/>
              <a:gd name="connsiteX29" fmla="*/ 815379 w 2645471"/>
              <a:gd name="connsiteY29" fmla="*/ 1657352 h 2605382"/>
              <a:gd name="connsiteX30" fmla="*/ 807365 w 2645471"/>
              <a:gd name="connsiteY30" fmla="*/ 1657352 h 2605382"/>
              <a:gd name="connsiteX31" fmla="*/ 243183 w 2645471"/>
              <a:gd name="connsiteY31" fmla="*/ 1415417 h 2605382"/>
              <a:gd name="connsiteX32" fmla="*/ 243183 w 2645471"/>
              <a:gd name="connsiteY32" fmla="*/ 243258 h 2605382"/>
              <a:gd name="connsiteX33" fmla="*/ 828903 w 2645471"/>
              <a:gd name="connsiteY33" fmla="*/ 0 h 260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645471" h="2605382">
                <a:moveTo>
                  <a:pt x="828202" y="183576"/>
                </a:moveTo>
                <a:cubicBezTo>
                  <a:pt x="663154" y="183576"/>
                  <a:pt x="498107" y="246705"/>
                  <a:pt x="371887" y="372963"/>
                </a:cubicBezTo>
                <a:cubicBezTo>
                  <a:pt x="119288" y="625480"/>
                  <a:pt x="119288" y="1033194"/>
                  <a:pt x="371887" y="1285551"/>
                </a:cubicBezTo>
                <a:cubicBezTo>
                  <a:pt x="624327" y="1536945"/>
                  <a:pt x="1033199" y="1536945"/>
                  <a:pt x="1284516" y="1285551"/>
                </a:cubicBezTo>
                <a:cubicBezTo>
                  <a:pt x="1536955" y="1033194"/>
                  <a:pt x="1536955" y="625480"/>
                  <a:pt x="1284516" y="372963"/>
                </a:cubicBezTo>
                <a:cubicBezTo>
                  <a:pt x="1158297" y="246705"/>
                  <a:pt x="993249" y="183576"/>
                  <a:pt x="828202" y="183576"/>
                </a:cubicBezTo>
                <a:close/>
                <a:moveTo>
                  <a:pt x="828903" y="0"/>
                </a:moveTo>
                <a:cubicBezTo>
                  <a:pt x="1041012" y="0"/>
                  <a:pt x="1253262" y="81086"/>
                  <a:pt x="1415464" y="243258"/>
                </a:cubicBezTo>
                <a:cubicBezTo>
                  <a:pt x="1564844" y="392684"/>
                  <a:pt x="1644663" y="584917"/>
                  <a:pt x="1656363" y="780678"/>
                </a:cubicBezTo>
                <a:cubicBezTo>
                  <a:pt x="1657485" y="797993"/>
                  <a:pt x="1657485" y="814186"/>
                  <a:pt x="1657485" y="831662"/>
                </a:cubicBezTo>
                <a:cubicBezTo>
                  <a:pt x="1657485" y="843206"/>
                  <a:pt x="1656363" y="853627"/>
                  <a:pt x="1656363" y="865171"/>
                </a:cubicBezTo>
                <a:cubicBezTo>
                  <a:pt x="1667903" y="1060931"/>
                  <a:pt x="1747882" y="1253165"/>
                  <a:pt x="1897262" y="1402590"/>
                </a:cubicBezTo>
                <a:cubicBezTo>
                  <a:pt x="2046642" y="1552016"/>
                  <a:pt x="2238977" y="1631859"/>
                  <a:pt x="2434678" y="1643563"/>
                </a:cubicBezTo>
                <a:cubicBezTo>
                  <a:pt x="2453270" y="1643563"/>
                  <a:pt x="2472824" y="1643563"/>
                  <a:pt x="2491416" y="1643563"/>
                </a:cubicBezTo>
                <a:cubicBezTo>
                  <a:pt x="2500713" y="1643563"/>
                  <a:pt x="2510009" y="1644686"/>
                  <a:pt x="2519145" y="1644686"/>
                </a:cubicBezTo>
                <a:lnTo>
                  <a:pt x="2645471" y="1663346"/>
                </a:lnTo>
                <a:lnTo>
                  <a:pt x="2527930" y="1739467"/>
                </a:lnTo>
                <a:lnTo>
                  <a:pt x="2375530" y="1748992"/>
                </a:lnTo>
                <a:lnTo>
                  <a:pt x="2113593" y="1834717"/>
                </a:lnTo>
                <a:lnTo>
                  <a:pt x="1927855" y="1949017"/>
                </a:lnTo>
                <a:lnTo>
                  <a:pt x="1799268" y="2139517"/>
                </a:lnTo>
                <a:lnTo>
                  <a:pt x="1737355" y="2382404"/>
                </a:lnTo>
                <a:lnTo>
                  <a:pt x="1718305" y="2572904"/>
                </a:lnTo>
                <a:lnTo>
                  <a:pt x="1656958" y="2605382"/>
                </a:lnTo>
                <a:lnTo>
                  <a:pt x="1643541" y="2494745"/>
                </a:lnTo>
                <a:cubicBezTo>
                  <a:pt x="1643541" y="2494745"/>
                  <a:pt x="1643541" y="2493623"/>
                  <a:pt x="1643541" y="2493623"/>
                </a:cubicBezTo>
                <a:cubicBezTo>
                  <a:pt x="1643541" y="2483202"/>
                  <a:pt x="1643541" y="2473903"/>
                  <a:pt x="1643541" y="2463481"/>
                </a:cubicBezTo>
                <a:cubicBezTo>
                  <a:pt x="1637771" y="2258582"/>
                  <a:pt x="1557792" y="2055767"/>
                  <a:pt x="1401520" y="1899447"/>
                </a:cubicBezTo>
                <a:cubicBezTo>
                  <a:pt x="1245087" y="1743127"/>
                  <a:pt x="1042495" y="1663123"/>
                  <a:pt x="837498" y="1657352"/>
                </a:cubicBezTo>
                <a:cubicBezTo>
                  <a:pt x="830446" y="1657352"/>
                  <a:pt x="822432" y="1657352"/>
                  <a:pt x="815379" y="1657352"/>
                </a:cubicBezTo>
                <a:cubicBezTo>
                  <a:pt x="812014" y="1657352"/>
                  <a:pt x="809609" y="1657352"/>
                  <a:pt x="807365" y="1657352"/>
                </a:cubicBezTo>
                <a:cubicBezTo>
                  <a:pt x="602369" y="1651580"/>
                  <a:pt x="399616" y="1571736"/>
                  <a:pt x="243183" y="1415417"/>
                </a:cubicBezTo>
                <a:cubicBezTo>
                  <a:pt x="-81061" y="1092195"/>
                  <a:pt x="-81061" y="567441"/>
                  <a:pt x="243183" y="243258"/>
                </a:cubicBezTo>
                <a:cubicBezTo>
                  <a:pt x="404825" y="81086"/>
                  <a:pt x="616794" y="0"/>
                  <a:pt x="82890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5400000" scaled="1"/>
            <a:tileRect/>
          </a:gradFill>
          <a:ln w="12700">
            <a:miter lim="400000"/>
          </a:ln>
        </p:spPr>
        <p:txBody>
          <a:bodyPr wrap="square" lIns="28575" tIns="28575" rIns="28575" bIns="28575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19F3011-4D29-7179-F98B-90EE1C2FF538}"/>
              </a:ext>
            </a:extLst>
          </p:cNvPr>
          <p:cNvSpPr/>
          <p:nvPr/>
        </p:nvSpPr>
        <p:spPr>
          <a:xfrm>
            <a:off x="2666678" y="2885071"/>
            <a:ext cx="2610268" cy="2588766"/>
          </a:xfrm>
          <a:custGeom>
            <a:avLst/>
            <a:gdLst>
              <a:gd name="connsiteX0" fmla="*/ 1728243 w 2557706"/>
              <a:gd name="connsiteY0" fmla="*/ 1114862 h 2589800"/>
              <a:gd name="connsiteX1" fmla="*/ 1271929 w 2557706"/>
              <a:gd name="connsiteY1" fmla="*/ 1304250 h 2589800"/>
              <a:gd name="connsiteX2" fmla="*/ 1271929 w 2557706"/>
              <a:gd name="connsiteY2" fmla="*/ 2216837 h 2589800"/>
              <a:gd name="connsiteX3" fmla="*/ 2184557 w 2557706"/>
              <a:gd name="connsiteY3" fmla="*/ 2216837 h 2589800"/>
              <a:gd name="connsiteX4" fmla="*/ 2184557 w 2557706"/>
              <a:gd name="connsiteY4" fmla="*/ 1304250 h 2589800"/>
              <a:gd name="connsiteX5" fmla="*/ 1728243 w 2557706"/>
              <a:gd name="connsiteY5" fmla="*/ 1114862 h 2589800"/>
              <a:gd name="connsiteX6" fmla="*/ 914941 w 2557706"/>
              <a:gd name="connsiteY6" fmla="*/ 126740 h 2589800"/>
              <a:gd name="connsiteX7" fmla="*/ 914026 w 2557706"/>
              <a:gd name="connsiteY7" fmla="*/ 154056 h 2589800"/>
              <a:gd name="connsiteX8" fmla="*/ 1154925 w 2557706"/>
              <a:gd name="connsiteY8" fmla="*/ 691476 h 2589800"/>
              <a:gd name="connsiteX9" fmla="*/ 1692340 w 2557706"/>
              <a:gd name="connsiteY9" fmla="*/ 932449 h 2589800"/>
              <a:gd name="connsiteX10" fmla="*/ 1749079 w 2557706"/>
              <a:gd name="connsiteY10" fmla="*/ 932449 h 2589800"/>
              <a:gd name="connsiteX11" fmla="*/ 1776807 w 2557706"/>
              <a:gd name="connsiteY11" fmla="*/ 933571 h 2589800"/>
              <a:gd name="connsiteX12" fmla="*/ 2314383 w 2557706"/>
              <a:gd name="connsiteY12" fmla="*/ 1174384 h 2589800"/>
              <a:gd name="connsiteX13" fmla="*/ 2315505 w 2557706"/>
              <a:gd name="connsiteY13" fmla="*/ 2346542 h 2589800"/>
              <a:gd name="connsiteX14" fmla="*/ 1143385 w 2557706"/>
              <a:gd name="connsiteY14" fmla="*/ 2346542 h 2589800"/>
              <a:gd name="connsiteX15" fmla="*/ 901204 w 2557706"/>
              <a:gd name="connsiteY15" fmla="*/ 1783630 h 2589800"/>
              <a:gd name="connsiteX16" fmla="*/ 901204 w 2557706"/>
              <a:gd name="connsiteY16" fmla="*/ 1782508 h 2589800"/>
              <a:gd name="connsiteX17" fmla="*/ 901204 w 2557706"/>
              <a:gd name="connsiteY17" fmla="*/ 1752366 h 2589800"/>
              <a:gd name="connsiteX18" fmla="*/ 659183 w 2557706"/>
              <a:gd name="connsiteY18" fmla="*/ 1188332 h 2589800"/>
              <a:gd name="connsiteX19" fmla="*/ 95161 w 2557706"/>
              <a:gd name="connsiteY19" fmla="*/ 946237 h 2589800"/>
              <a:gd name="connsiteX20" fmla="*/ 73043 w 2557706"/>
              <a:gd name="connsiteY20" fmla="*/ 946237 h 2589800"/>
              <a:gd name="connsiteX21" fmla="*/ 65029 w 2557706"/>
              <a:gd name="connsiteY21" fmla="*/ 946237 h 2589800"/>
              <a:gd name="connsiteX22" fmla="*/ 35558 w 2557706"/>
              <a:gd name="connsiteY22" fmla="*/ 904330 h 2589800"/>
              <a:gd name="connsiteX23" fmla="*/ 0 w 2557706"/>
              <a:gd name="connsiteY23" fmla="*/ 852876 h 2589800"/>
              <a:gd name="connsiteX24" fmla="*/ 75048 w 2557706"/>
              <a:gd name="connsiteY24" fmla="*/ 852876 h 2589800"/>
              <a:gd name="connsiteX25" fmla="*/ 308410 w 2557706"/>
              <a:gd name="connsiteY25" fmla="*/ 814776 h 2589800"/>
              <a:gd name="connsiteX26" fmla="*/ 467954 w 2557706"/>
              <a:gd name="connsiteY26" fmla="*/ 745720 h 2589800"/>
              <a:gd name="connsiteX27" fmla="*/ 663216 w 2557706"/>
              <a:gd name="connsiteY27" fmla="*/ 574270 h 2589800"/>
              <a:gd name="connsiteX28" fmla="*/ 760848 w 2557706"/>
              <a:gd name="connsiteY28" fmla="*/ 419488 h 2589800"/>
              <a:gd name="connsiteX29" fmla="*/ 806091 w 2557706"/>
              <a:gd name="connsiteY29" fmla="*/ 288520 h 2589800"/>
              <a:gd name="connsiteX30" fmla="*/ 834666 w 2557706"/>
              <a:gd name="connsiteY30" fmla="*/ 178982 h 2589800"/>
              <a:gd name="connsiteX31" fmla="*/ 903717 w 2557706"/>
              <a:gd name="connsiteY31" fmla="*/ 0 h 2589800"/>
              <a:gd name="connsiteX32" fmla="*/ 906847 w 2557706"/>
              <a:gd name="connsiteY32" fmla="*/ 21119 h 2589800"/>
              <a:gd name="connsiteX33" fmla="*/ 891517 w 2557706"/>
              <a:gd name="connsiteY33" fmla="*/ 9257 h 2589800"/>
              <a:gd name="connsiteX0" fmla="*/ 1728243 w 2557706"/>
              <a:gd name="connsiteY0" fmla="*/ 1114862 h 2589800"/>
              <a:gd name="connsiteX1" fmla="*/ 1271929 w 2557706"/>
              <a:gd name="connsiteY1" fmla="*/ 1304250 h 2589800"/>
              <a:gd name="connsiteX2" fmla="*/ 1271929 w 2557706"/>
              <a:gd name="connsiteY2" fmla="*/ 2216837 h 2589800"/>
              <a:gd name="connsiteX3" fmla="*/ 2184557 w 2557706"/>
              <a:gd name="connsiteY3" fmla="*/ 2216837 h 2589800"/>
              <a:gd name="connsiteX4" fmla="*/ 2184557 w 2557706"/>
              <a:gd name="connsiteY4" fmla="*/ 1304250 h 2589800"/>
              <a:gd name="connsiteX5" fmla="*/ 1728243 w 2557706"/>
              <a:gd name="connsiteY5" fmla="*/ 1114862 h 2589800"/>
              <a:gd name="connsiteX6" fmla="*/ 914941 w 2557706"/>
              <a:gd name="connsiteY6" fmla="*/ 126740 h 2589800"/>
              <a:gd name="connsiteX7" fmla="*/ 914026 w 2557706"/>
              <a:gd name="connsiteY7" fmla="*/ 154056 h 2589800"/>
              <a:gd name="connsiteX8" fmla="*/ 1154925 w 2557706"/>
              <a:gd name="connsiteY8" fmla="*/ 691476 h 2589800"/>
              <a:gd name="connsiteX9" fmla="*/ 1692340 w 2557706"/>
              <a:gd name="connsiteY9" fmla="*/ 932449 h 2589800"/>
              <a:gd name="connsiteX10" fmla="*/ 1749079 w 2557706"/>
              <a:gd name="connsiteY10" fmla="*/ 932449 h 2589800"/>
              <a:gd name="connsiteX11" fmla="*/ 1776807 w 2557706"/>
              <a:gd name="connsiteY11" fmla="*/ 933571 h 2589800"/>
              <a:gd name="connsiteX12" fmla="*/ 2314383 w 2557706"/>
              <a:gd name="connsiteY12" fmla="*/ 1174384 h 2589800"/>
              <a:gd name="connsiteX13" fmla="*/ 2315505 w 2557706"/>
              <a:gd name="connsiteY13" fmla="*/ 2346542 h 2589800"/>
              <a:gd name="connsiteX14" fmla="*/ 1143385 w 2557706"/>
              <a:gd name="connsiteY14" fmla="*/ 2346542 h 2589800"/>
              <a:gd name="connsiteX15" fmla="*/ 901204 w 2557706"/>
              <a:gd name="connsiteY15" fmla="*/ 1783630 h 2589800"/>
              <a:gd name="connsiteX16" fmla="*/ 901204 w 2557706"/>
              <a:gd name="connsiteY16" fmla="*/ 1782508 h 2589800"/>
              <a:gd name="connsiteX17" fmla="*/ 901204 w 2557706"/>
              <a:gd name="connsiteY17" fmla="*/ 1752366 h 2589800"/>
              <a:gd name="connsiteX18" fmla="*/ 659183 w 2557706"/>
              <a:gd name="connsiteY18" fmla="*/ 1188332 h 2589800"/>
              <a:gd name="connsiteX19" fmla="*/ 95161 w 2557706"/>
              <a:gd name="connsiteY19" fmla="*/ 946237 h 2589800"/>
              <a:gd name="connsiteX20" fmla="*/ 73043 w 2557706"/>
              <a:gd name="connsiteY20" fmla="*/ 946237 h 2589800"/>
              <a:gd name="connsiteX21" fmla="*/ 35558 w 2557706"/>
              <a:gd name="connsiteY21" fmla="*/ 904330 h 2589800"/>
              <a:gd name="connsiteX22" fmla="*/ 0 w 2557706"/>
              <a:gd name="connsiteY22" fmla="*/ 852876 h 2589800"/>
              <a:gd name="connsiteX23" fmla="*/ 75048 w 2557706"/>
              <a:gd name="connsiteY23" fmla="*/ 852876 h 2589800"/>
              <a:gd name="connsiteX24" fmla="*/ 308410 w 2557706"/>
              <a:gd name="connsiteY24" fmla="*/ 814776 h 2589800"/>
              <a:gd name="connsiteX25" fmla="*/ 467954 w 2557706"/>
              <a:gd name="connsiteY25" fmla="*/ 745720 h 2589800"/>
              <a:gd name="connsiteX26" fmla="*/ 663216 w 2557706"/>
              <a:gd name="connsiteY26" fmla="*/ 574270 h 2589800"/>
              <a:gd name="connsiteX27" fmla="*/ 760848 w 2557706"/>
              <a:gd name="connsiteY27" fmla="*/ 419488 h 2589800"/>
              <a:gd name="connsiteX28" fmla="*/ 806091 w 2557706"/>
              <a:gd name="connsiteY28" fmla="*/ 288520 h 2589800"/>
              <a:gd name="connsiteX29" fmla="*/ 834666 w 2557706"/>
              <a:gd name="connsiteY29" fmla="*/ 178982 h 2589800"/>
              <a:gd name="connsiteX30" fmla="*/ 914941 w 2557706"/>
              <a:gd name="connsiteY30" fmla="*/ 126740 h 2589800"/>
              <a:gd name="connsiteX31" fmla="*/ 903717 w 2557706"/>
              <a:gd name="connsiteY31" fmla="*/ 0 h 2589800"/>
              <a:gd name="connsiteX32" fmla="*/ 906847 w 2557706"/>
              <a:gd name="connsiteY32" fmla="*/ 21119 h 2589800"/>
              <a:gd name="connsiteX33" fmla="*/ 891517 w 2557706"/>
              <a:gd name="connsiteY33" fmla="*/ 9257 h 2589800"/>
              <a:gd name="connsiteX34" fmla="*/ 903717 w 2557706"/>
              <a:gd name="connsiteY34" fmla="*/ 0 h 258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557706" h="2589800">
                <a:moveTo>
                  <a:pt x="1728243" y="1114862"/>
                </a:moveTo>
                <a:cubicBezTo>
                  <a:pt x="1563196" y="1114862"/>
                  <a:pt x="1398149" y="1177991"/>
                  <a:pt x="1271929" y="1304250"/>
                </a:cubicBezTo>
                <a:cubicBezTo>
                  <a:pt x="1019329" y="1556606"/>
                  <a:pt x="1019329" y="1964320"/>
                  <a:pt x="1271929" y="2216837"/>
                </a:cubicBezTo>
                <a:cubicBezTo>
                  <a:pt x="1524368" y="2468231"/>
                  <a:pt x="1932118" y="2468231"/>
                  <a:pt x="2184557" y="2216837"/>
                </a:cubicBezTo>
                <a:cubicBezTo>
                  <a:pt x="2437156" y="1964320"/>
                  <a:pt x="2437156" y="1556606"/>
                  <a:pt x="2184557" y="1304250"/>
                </a:cubicBezTo>
                <a:cubicBezTo>
                  <a:pt x="2058337" y="1177991"/>
                  <a:pt x="1893290" y="1114862"/>
                  <a:pt x="1728243" y="1114862"/>
                </a:cubicBezTo>
                <a:close/>
                <a:moveTo>
                  <a:pt x="914941" y="126740"/>
                </a:moveTo>
                <a:lnTo>
                  <a:pt x="914026" y="154056"/>
                </a:lnTo>
                <a:cubicBezTo>
                  <a:pt x="925566" y="349817"/>
                  <a:pt x="1005545" y="542050"/>
                  <a:pt x="1154925" y="691476"/>
                </a:cubicBezTo>
                <a:cubicBezTo>
                  <a:pt x="1304305" y="840902"/>
                  <a:pt x="1496640" y="920745"/>
                  <a:pt x="1692340" y="932449"/>
                </a:cubicBezTo>
                <a:lnTo>
                  <a:pt x="1749079" y="932449"/>
                </a:lnTo>
                <a:cubicBezTo>
                  <a:pt x="1758375" y="932449"/>
                  <a:pt x="1767671" y="933571"/>
                  <a:pt x="1776807" y="933571"/>
                </a:cubicBezTo>
                <a:cubicBezTo>
                  <a:pt x="1972668" y="945115"/>
                  <a:pt x="2164843" y="1025119"/>
                  <a:pt x="2314383" y="1174384"/>
                </a:cubicBezTo>
                <a:cubicBezTo>
                  <a:pt x="2638627" y="1497605"/>
                  <a:pt x="2638627" y="2023481"/>
                  <a:pt x="2315505" y="2346542"/>
                </a:cubicBezTo>
                <a:cubicBezTo>
                  <a:pt x="1992382" y="2670886"/>
                  <a:pt x="1467629" y="2670886"/>
                  <a:pt x="1143385" y="2346542"/>
                </a:cubicBezTo>
                <a:cubicBezTo>
                  <a:pt x="988075" y="2190222"/>
                  <a:pt x="906974" y="1987568"/>
                  <a:pt x="901204" y="1783630"/>
                </a:cubicBezTo>
                <a:lnTo>
                  <a:pt x="901204" y="1782508"/>
                </a:lnTo>
                <a:lnTo>
                  <a:pt x="901204" y="1752366"/>
                </a:lnTo>
                <a:cubicBezTo>
                  <a:pt x="895434" y="1547467"/>
                  <a:pt x="815455" y="1344652"/>
                  <a:pt x="659183" y="1188332"/>
                </a:cubicBezTo>
                <a:cubicBezTo>
                  <a:pt x="502751" y="1032013"/>
                  <a:pt x="300158" y="952009"/>
                  <a:pt x="95161" y="946237"/>
                </a:cubicBezTo>
                <a:lnTo>
                  <a:pt x="73043" y="946237"/>
                </a:lnTo>
                <a:cubicBezTo>
                  <a:pt x="63109" y="939253"/>
                  <a:pt x="47732" y="919890"/>
                  <a:pt x="35558" y="904330"/>
                </a:cubicBezTo>
                <a:lnTo>
                  <a:pt x="0" y="852876"/>
                </a:lnTo>
                <a:lnTo>
                  <a:pt x="75048" y="852876"/>
                </a:lnTo>
                <a:lnTo>
                  <a:pt x="308410" y="814776"/>
                </a:lnTo>
                <a:lnTo>
                  <a:pt x="467954" y="745720"/>
                </a:lnTo>
                <a:lnTo>
                  <a:pt x="663216" y="574270"/>
                </a:lnTo>
                <a:lnTo>
                  <a:pt x="760848" y="419488"/>
                </a:lnTo>
                <a:lnTo>
                  <a:pt x="806091" y="288520"/>
                </a:lnTo>
                <a:lnTo>
                  <a:pt x="834666" y="178982"/>
                </a:lnTo>
                <a:lnTo>
                  <a:pt x="914941" y="126740"/>
                </a:lnTo>
                <a:close/>
                <a:moveTo>
                  <a:pt x="903717" y="0"/>
                </a:moveTo>
                <a:lnTo>
                  <a:pt x="906847" y="21119"/>
                </a:lnTo>
                <a:lnTo>
                  <a:pt x="891517" y="9257"/>
                </a:lnTo>
                <a:lnTo>
                  <a:pt x="903717" y="0"/>
                </a:lnTo>
                <a:close/>
              </a:path>
            </a:pathLst>
          </a:custGeom>
          <a:gradFill flip="none" rotWithShape="1">
            <a:gsLst>
              <a:gs pos="0">
                <a:srgbClr val="FF5050">
                  <a:shade val="30000"/>
                  <a:satMod val="115000"/>
                </a:srgbClr>
              </a:gs>
              <a:gs pos="50000">
                <a:srgbClr val="FF5050">
                  <a:shade val="67500"/>
                  <a:satMod val="115000"/>
                </a:srgbClr>
              </a:gs>
              <a:gs pos="100000">
                <a:srgbClr val="FF505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wrap="square" lIns="28575" tIns="28575" rIns="28575" bIns="28575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E3F3C2F-0304-DDF4-B3C9-CFBE35A0F40D}"/>
              </a:ext>
            </a:extLst>
          </p:cNvPr>
          <p:cNvSpPr/>
          <p:nvPr/>
        </p:nvSpPr>
        <p:spPr>
          <a:xfrm>
            <a:off x="1956580" y="1469105"/>
            <a:ext cx="2897332" cy="2371627"/>
          </a:xfrm>
          <a:custGeom>
            <a:avLst/>
            <a:gdLst>
              <a:gd name="connsiteX0" fmla="*/ 829317 w 2922675"/>
              <a:gd name="connsiteY0" fmla="*/ 1073870 h 2548957"/>
              <a:gd name="connsiteX1" fmla="*/ 372963 w 2922675"/>
              <a:gd name="connsiteY1" fmla="*/ 1263320 h 2548957"/>
              <a:gd name="connsiteX2" fmla="*/ 372963 w 2922675"/>
              <a:gd name="connsiteY2" fmla="*/ 2175948 h 2548957"/>
              <a:gd name="connsiteX3" fmla="*/ 1285551 w 2922675"/>
              <a:gd name="connsiteY3" fmla="*/ 2175948 h 2548957"/>
              <a:gd name="connsiteX4" fmla="*/ 1285551 w 2922675"/>
              <a:gd name="connsiteY4" fmla="*/ 1263320 h 2548957"/>
              <a:gd name="connsiteX5" fmla="*/ 829317 w 2922675"/>
              <a:gd name="connsiteY5" fmla="*/ 1073870 h 2548957"/>
              <a:gd name="connsiteX6" fmla="*/ 1649089 w 2922675"/>
              <a:gd name="connsiteY6" fmla="*/ 0 h 2548957"/>
              <a:gd name="connsiteX7" fmla="*/ 1711180 w 2922675"/>
              <a:gd name="connsiteY7" fmla="*/ 58085 h 2548957"/>
              <a:gd name="connsiteX8" fmla="*/ 1755630 w 2922675"/>
              <a:gd name="connsiteY8" fmla="*/ 261285 h 2548957"/>
              <a:gd name="connsiteX9" fmla="*/ 1831830 w 2922675"/>
              <a:gd name="connsiteY9" fmla="*/ 508935 h 2548957"/>
              <a:gd name="connsiteX10" fmla="*/ 2015980 w 2922675"/>
              <a:gd name="connsiteY10" fmla="*/ 667685 h 2548957"/>
              <a:gd name="connsiteX11" fmla="*/ 2276330 w 2922675"/>
              <a:gd name="connsiteY11" fmla="*/ 788335 h 2548957"/>
              <a:gd name="connsiteX12" fmla="*/ 2587480 w 2922675"/>
              <a:gd name="connsiteY12" fmla="*/ 839135 h 2548957"/>
              <a:gd name="connsiteX13" fmla="*/ 2922675 w 2922675"/>
              <a:gd name="connsiteY13" fmla="*/ 771049 h 2548957"/>
              <a:gd name="connsiteX14" fmla="*/ 2794058 w 2922675"/>
              <a:gd name="connsiteY14" fmla="*/ 840404 h 2548957"/>
              <a:gd name="connsiteX15" fmla="*/ 2494745 w 2922675"/>
              <a:gd name="connsiteY15" fmla="*/ 905417 h 2548957"/>
              <a:gd name="connsiteX16" fmla="*/ 2493623 w 2922675"/>
              <a:gd name="connsiteY16" fmla="*/ 905417 h 2548957"/>
              <a:gd name="connsiteX17" fmla="*/ 2463481 w 2922675"/>
              <a:gd name="connsiteY17" fmla="*/ 905417 h 2548957"/>
              <a:gd name="connsiteX18" fmla="*/ 1899447 w 2922675"/>
              <a:gd name="connsiteY18" fmla="*/ 1147438 h 2548957"/>
              <a:gd name="connsiteX19" fmla="*/ 1657352 w 2922675"/>
              <a:gd name="connsiteY19" fmla="*/ 1711460 h 2548957"/>
              <a:gd name="connsiteX20" fmla="*/ 1657352 w 2922675"/>
              <a:gd name="connsiteY20" fmla="*/ 1733578 h 2548957"/>
              <a:gd name="connsiteX21" fmla="*/ 1657352 w 2922675"/>
              <a:gd name="connsiteY21" fmla="*/ 1741592 h 2548957"/>
              <a:gd name="connsiteX22" fmla="*/ 1415417 w 2922675"/>
              <a:gd name="connsiteY22" fmla="*/ 2305774 h 2548957"/>
              <a:gd name="connsiteX23" fmla="*/ 243258 w 2922675"/>
              <a:gd name="connsiteY23" fmla="*/ 2305774 h 2548957"/>
              <a:gd name="connsiteX24" fmla="*/ 243258 w 2922675"/>
              <a:gd name="connsiteY24" fmla="*/ 1133494 h 2548957"/>
              <a:gd name="connsiteX25" fmla="*/ 780678 w 2922675"/>
              <a:gd name="connsiteY25" fmla="*/ 892595 h 2548957"/>
              <a:gd name="connsiteX26" fmla="*/ 831662 w 2922675"/>
              <a:gd name="connsiteY26" fmla="*/ 891473 h 2548957"/>
              <a:gd name="connsiteX27" fmla="*/ 865171 w 2922675"/>
              <a:gd name="connsiteY27" fmla="*/ 892595 h 2548957"/>
              <a:gd name="connsiteX28" fmla="*/ 1402590 w 2922675"/>
              <a:gd name="connsiteY28" fmla="*/ 651695 h 2548957"/>
              <a:gd name="connsiteX29" fmla="*/ 1643563 w 2922675"/>
              <a:gd name="connsiteY29" fmla="*/ 114280 h 2548957"/>
              <a:gd name="connsiteX30" fmla="*/ 1643563 w 2922675"/>
              <a:gd name="connsiteY30" fmla="*/ 57541 h 2548957"/>
              <a:gd name="connsiteX31" fmla="*/ 1644686 w 2922675"/>
              <a:gd name="connsiteY31" fmla="*/ 29813 h 2548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922675" h="2548957">
                <a:moveTo>
                  <a:pt x="829317" y="1073870"/>
                </a:moveTo>
                <a:cubicBezTo>
                  <a:pt x="664279" y="1073870"/>
                  <a:pt x="499222" y="1137020"/>
                  <a:pt x="372963" y="1263320"/>
                </a:cubicBezTo>
                <a:cubicBezTo>
                  <a:pt x="120447" y="1515759"/>
                  <a:pt x="120447" y="1923509"/>
                  <a:pt x="372963" y="2175948"/>
                </a:cubicBezTo>
                <a:cubicBezTo>
                  <a:pt x="625480" y="2428548"/>
                  <a:pt x="1033194" y="2428548"/>
                  <a:pt x="1285551" y="2175948"/>
                </a:cubicBezTo>
                <a:cubicBezTo>
                  <a:pt x="1538068" y="1924631"/>
                  <a:pt x="1538068" y="1515759"/>
                  <a:pt x="1285551" y="1263320"/>
                </a:cubicBezTo>
                <a:cubicBezTo>
                  <a:pt x="1159373" y="1137020"/>
                  <a:pt x="994355" y="1073870"/>
                  <a:pt x="829317" y="1073870"/>
                </a:cubicBezTo>
                <a:close/>
                <a:moveTo>
                  <a:pt x="1649089" y="0"/>
                </a:moveTo>
                <a:lnTo>
                  <a:pt x="1711180" y="58085"/>
                </a:lnTo>
                <a:lnTo>
                  <a:pt x="1755630" y="261285"/>
                </a:lnTo>
                <a:lnTo>
                  <a:pt x="1831830" y="508935"/>
                </a:lnTo>
                <a:lnTo>
                  <a:pt x="2015980" y="667685"/>
                </a:lnTo>
                <a:lnTo>
                  <a:pt x="2276330" y="788335"/>
                </a:lnTo>
                <a:lnTo>
                  <a:pt x="2587480" y="839135"/>
                </a:lnTo>
                <a:lnTo>
                  <a:pt x="2922675" y="771049"/>
                </a:lnTo>
                <a:lnTo>
                  <a:pt x="2794058" y="840404"/>
                </a:lnTo>
                <a:cubicBezTo>
                  <a:pt x="2698362" y="880814"/>
                  <a:pt x="2596714" y="902532"/>
                  <a:pt x="2494745" y="905417"/>
                </a:cubicBezTo>
                <a:cubicBezTo>
                  <a:pt x="2494745" y="905417"/>
                  <a:pt x="2493623" y="905417"/>
                  <a:pt x="2493623" y="905417"/>
                </a:cubicBezTo>
                <a:cubicBezTo>
                  <a:pt x="2483202" y="905417"/>
                  <a:pt x="2473903" y="905417"/>
                  <a:pt x="2463481" y="905417"/>
                </a:cubicBezTo>
                <a:cubicBezTo>
                  <a:pt x="2258582" y="911187"/>
                  <a:pt x="2055767" y="991166"/>
                  <a:pt x="1899447" y="1147438"/>
                </a:cubicBezTo>
                <a:cubicBezTo>
                  <a:pt x="1743127" y="1303870"/>
                  <a:pt x="1663123" y="1506463"/>
                  <a:pt x="1657352" y="1711460"/>
                </a:cubicBezTo>
                <a:cubicBezTo>
                  <a:pt x="1657352" y="1718512"/>
                  <a:pt x="1657352" y="1726526"/>
                  <a:pt x="1657352" y="1733578"/>
                </a:cubicBezTo>
                <a:cubicBezTo>
                  <a:pt x="1657352" y="1736944"/>
                  <a:pt x="1657352" y="1739348"/>
                  <a:pt x="1657352" y="1741592"/>
                </a:cubicBezTo>
                <a:cubicBezTo>
                  <a:pt x="1651580" y="1946589"/>
                  <a:pt x="1571736" y="2149342"/>
                  <a:pt x="1415417" y="2305774"/>
                </a:cubicBezTo>
                <a:cubicBezTo>
                  <a:pt x="1092195" y="2630018"/>
                  <a:pt x="567441" y="2630018"/>
                  <a:pt x="243258" y="2305774"/>
                </a:cubicBezTo>
                <a:cubicBezTo>
                  <a:pt x="-81086" y="1982491"/>
                  <a:pt x="-81086" y="1457898"/>
                  <a:pt x="243258" y="1133494"/>
                </a:cubicBezTo>
                <a:cubicBezTo>
                  <a:pt x="392684" y="984114"/>
                  <a:pt x="584917" y="904295"/>
                  <a:pt x="780678" y="892595"/>
                </a:cubicBezTo>
                <a:cubicBezTo>
                  <a:pt x="797993" y="891473"/>
                  <a:pt x="814186" y="891473"/>
                  <a:pt x="831662" y="891473"/>
                </a:cubicBezTo>
                <a:cubicBezTo>
                  <a:pt x="843206" y="891473"/>
                  <a:pt x="853627" y="892595"/>
                  <a:pt x="865171" y="892595"/>
                </a:cubicBezTo>
                <a:cubicBezTo>
                  <a:pt x="1060931" y="881055"/>
                  <a:pt x="1253165" y="801075"/>
                  <a:pt x="1402590" y="651695"/>
                </a:cubicBezTo>
                <a:cubicBezTo>
                  <a:pt x="1552016" y="502315"/>
                  <a:pt x="1631859" y="309981"/>
                  <a:pt x="1643563" y="114280"/>
                </a:cubicBezTo>
                <a:cubicBezTo>
                  <a:pt x="1643563" y="95688"/>
                  <a:pt x="1643563" y="76134"/>
                  <a:pt x="1643563" y="57541"/>
                </a:cubicBezTo>
                <a:cubicBezTo>
                  <a:pt x="1643563" y="48245"/>
                  <a:pt x="1644686" y="38949"/>
                  <a:pt x="1644686" y="29813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wrap="square" lIns="28575" tIns="28575" rIns="28575" bIns="28575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93F6E83-2929-4DEA-56DC-51CF7744F672}"/>
              </a:ext>
            </a:extLst>
          </p:cNvPr>
          <p:cNvSpPr/>
          <p:nvPr/>
        </p:nvSpPr>
        <p:spPr>
          <a:xfrm>
            <a:off x="3611058" y="712951"/>
            <a:ext cx="2656522" cy="2404246"/>
          </a:xfrm>
          <a:custGeom>
            <a:avLst/>
            <a:gdLst>
              <a:gd name="connsiteX0" fmla="*/ 828123 w 2679759"/>
              <a:gd name="connsiteY0" fmla="*/ 183576 h 2584015"/>
              <a:gd name="connsiteX1" fmla="*/ 371873 w 2679759"/>
              <a:gd name="connsiteY1" fmla="*/ 372963 h 2584015"/>
              <a:gd name="connsiteX2" fmla="*/ 371873 w 2679759"/>
              <a:gd name="connsiteY2" fmla="*/ 1285551 h 2584015"/>
              <a:gd name="connsiteX3" fmla="*/ 1284492 w 2679759"/>
              <a:gd name="connsiteY3" fmla="*/ 1285551 h 2584015"/>
              <a:gd name="connsiteX4" fmla="*/ 1284492 w 2679759"/>
              <a:gd name="connsiteY4" fmla="*/ 372963 h 2584015"/>
              <a:gd name="connsiteX5" fmla="*/ 828123 w 2679759"/>
              <a:gd name="connsiteY5" fmla="*/ 183576 h 2584015"/>
              <a:gd name="connsiteX6" fmla="*/ 828884 w 2679759"/>
              <a:gd name="connsiteY6" fmla="*/ 0 h 2584015"/>
              <a:gd name="connsiteX7" fmla="*/ 1415393 w 2679759"/>
              <a:gd name="connsiteY7" fmla="*/ 243258 h 2584015"/>
              <a:gd name="connsiteX8" fmla="*/ 1656205 w 2679759"/>
              <a:gd name="connsiteY8" fmla="*/ 780678 h 2584015"/>
              <a:gd name="connsiteX9" fmla="*/ 1657487 w 2679759"/>
              <a:gd name="connsiteY9" fmla="*/ 831662 h 2584015"/>
              <a:gd name="connsiteX10" fmla="*/ 1656205 w 2679759"/>
              <a:gd name="connsiteY10" fmla="*/ 865170 h 2584015"/>
              <a:gd name="connsiteX11" fmla="*/ 1897178 w 2679759"/>
              <a:gd name="connsiteY11" fmla="*/ 1402590 h 2584015"/>
              <a:gd name="connsiteX12" fmla="*/ 2434559 w 2679759"/>
              <a:gd name="connsiteY12" fmla="*/ 1643563 h 2584015"/>
              <a:gd name="connsiteX13" fmla="*/ 2491278 w 2679759"/>
              <a:gd name="connsiteY13" fmla="*/ 1643563 h 2584015"/>
              <a:gd name="connsiteX14" fmla="*/ 2519156 w 2679759"/>
              <a:gd name="connsiteY14" fmla="*/ 1644686 h 2584015"/>
              <a:gd name="connsiteX15" fmla="*/ 2664722 w 2679759"/>
              <a:gd name="connsiteY15" fmla="*/ 1666192 h 2584015"/>
              <a:gd name="connsiteX16" fmla="*/ 2679759 w 2679759"/>
              <a:gd name="connsiteY16" fmla="*/ 1671248 h 2584015"/>
              <a:gd name="connsiteX17" fmla="*/ 2638944 w 2679759"/>
              <a:gd name="connsiteY17" fmla="*/ 1748990 h 2584015"/>
              <a:gd name="connsiteX18" fmla="*/ 2530994 w 2679759"/>
              <a:gd name="connsiteY18" fmla="*/ 1748990 h 2584015"/>
              <a:gd name="connsiteX19" fmla="*/ 2254769 w 2679759"/>
              <a:gd name="connsiteY19" fmla="*/ 1774390 h 2584015"/>
              <a:gd name="connsiteX20" fmla="*/ 1988069 w 2679759"/>
              <a:gd name="connsiteY20" fmla="*/ 1879165 h 2584015"/>
              <a:gd name="connsiteX21" fmla="*/ 1797569 w 2679759"/>
              <a:gd name="connsiteY21" fmla="*/ 2082365 h 2584015"/>
              <a:gd name="connsiteX22" fmla="*/ 1753119 w 2679759"/>
              <a:gd name="connsiteY22" fmla="*/ 2349065 h 2584015"/>
              <a:gd name="connsiteX23" fmla="*/ 1718194 w 2679759"/>
              <a:gd name="connsiteY23" fmla="*/ 2584015 h 2584015"/>
              <a:gd name="connsiteX24" fmla="*/ 1646150 w 2679759"/>
              <a:gd name="connsiteY24" fmla="*/ 2516209 h 2584015"/>
              <a:gd name="connsiteX25" fmla="*/ 1643548 w 2679759"/>
              <a:gd name="connsiteY25" fmla="*/ 2494745 h 2584015"/>
              <a:gd name="connsiteX26" fmla="*/ 1643548 w 2679759"/>
              <a:gd name="connsiteY26" fmla="*/ 2493623 h 2584015"/>
              <a:gd name="connsiteX27" fmla="*/ 1643548 w 2679759"/>
              <a:gd name="connsiteY27" fmla="*/ 2463481 h 2584015"/>
              <a:gd name="connsiteX28" fmla="*/ 1401454 w 2679759"/>
              <a:gd name="connsiteY28" fmla="*/ 1899447 h 2584015"/>
              <a:gd name="connsiteX29" fmla="*/ 837476 w 2679759"/>
              <a:gd name="connsiteY29" fmla="*/ 1657352 h 2584015"/>
              <a:gd name="connsiteX30" fmla="*/ 815365 w 2679759"/>
              <a:gd name="connsiteY30" fmla="*/ 1657352 h 2584015"/>
              <a:gd name="connsiteX31" fmla="*/ 807354 w 2679759"/>
              <a:gd name="connsiteY31" fmla="*/ 1657352 h 2584015"/>
              <a:gd name="connsiteX32" fmla="*/ 243216 w 2679759"/>
              <a:gd name="connsiteY32" fmla="*/ 1415417 h 2584015"/>
              <a:gd name="connsiteX33" fmla="*/ 243216 w 2679759"/>
              <a:gd name="connsiteY33" fmla="*/ 243258 h 2584015"/>
              <a:gd name="connsiteX34" fmla="*/ 828884 w 2679759"/>
              <a:gd name="connsiteY34" fmla="*/ 0 h 2584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679759" h="2584015">
                <a:moveTo>
                  <a:pt x="828123" y="183576"/>
                </a:moveTo>
                <a:cubicBezTo>
                  <a:pt x="663075" y="183576"/>
                  <a:pt x="498047" y="246705"/>
                  <a:pt x="371873" y="372963"/>
                </a:cubicBezTo>
                <a:cubicBezTo>
                  <a:pt x="119365" y="625480"/>
                  <a:pt x="119365" y="1033194"/>
                  <a:pt x="371873" y="1285551"/>
                </a:cubicBezTo>
                <a:cubicBezTo>
                  <a:pt x="623100" y="1536945"/>
                  <a:pt x="1031984" y="1536945"/>
                  <a:pt x="1284492" y="1285551"/>
                </a:cubicBezTo>
                <a:cubicBezTo>
                  <a:pt x="1537001" y="1033194"/>
                  <a:pt x="1537001" y="625480"/>
                  <a:pt x="1284492" y="372963"/>
                </a:cubicBezTo>
                <a:cubicBezTo>
                  <a:pt x="1158238" y="246705"/>
                  <a:pt x="993171" y="183576"/>
                  <a:pt x="828123" y="183576"/>
                </a:cubicBezTo>
                <a:close/>
                <a:moveTo>
                  <a:pt x="828884" y="0"/>
                </a:moveTo>
                <a:cubicBezTo>
                  <a:pt x="1040997" y="0"/>
                  <a:pt x="1253250" y="81086"/>
                  <a:pt x="1415393" y="243258"/>
                </a:cubicBezTo>
                <a:cubicBezTo>
                  <a:pt x="1564719" y="392684"/>
                  <a:pt x="1644669" y="584917"/>
                  <a:pt x="1656205" y="780678"/>
                </a:cubicBezTo>
                <a:cubicBezTo>
                  <a:pt x="1657487" y="797993"/>
                  <a:pt x="1657487" y="814186"/>
                  <a:pt x="1657487" y="831662"/>
                </a:cubicBezTo>
                <a:cubicBezTo>
                  <a:pt x="1657487" y="843206"/>
                  <a:pt x="1656205" y="853627"/>
                  <a:pt x="1656205" y="865170"/>
                </a:cubicBezTo>
                <a:cubicBezTo>
                  <a:pt x="1667901" y="1060931"/>
                  <a:pt x="1747692" y="1253165"/>
                  <a:pt x="1897178" y="1402590"/>
                </a:cubicBezTo>
                <a:cubicBezTo>
                  <a:pt x="2046664" y="1552016"/>
                  <a:pt x="2238929" y="1631859"/>
                  <a:pt x="2434559" y="1643563"/>
                </a:cubicBezTo>
                <a:cubicBezTo>
                  <a:pt x="2453145" y="1643563"/>
                  <a:pt x="2472852" y="1643563"/>
                  <a:pt x="2491278" y="1643563"/>
                </a:cubicBezTo>
                <a:cubicBezTo>
                  <a:pt x="2500570" y="1643563"/>
                  <a:pt x="2509863" y="1644686"/>
                  <a:pt x="2519156" y="1644686"/>
                </a:cubicBezTo>
                <a:cubicBezTo>
                  <a:pt x="2568104" y="1647572"/>
                  <a:pt x="2616831" y="1654736"/>
                  <a:pt x="2664722" y="1666192"/>
                </a:cubicBezTo>
                <a:lnTo>
                  <a:pt x="2679759" y="1671248"/>
                </a:lnTo>
                <a:lnTo>
                  <a:pt x="2638944" y="1748990"/>
                </a:lnTo>
                <a:lnTo>
                  <a:pt x="2530994" y="1748990"/>
                </a:lnTo>
                <a:lnTo>
                  <a:pt x="2254769" y="1774390"/>
                </a:lnTo>
                <a:lnTo>
                  <a:pt x="1988069" y="1879165"/>
                </a:lnTo>
                <a:lnTo>
                  <a:pt x="1797569" y="2082365"/>
                </a:lnTo>
                <a:lnTo>
                  <a:pt x="1753119" y="2349065"/>
                </a:lnTo>
                <a:lnTo>
                  <a:pt x="1718194" y="2584015"/>
                </a:lnTo>
                <a:lnTo>
                  <a:pt x="1646150" y="2516209"/>
                </a:lnTo>
                <a:lnTo>
                  <a:pt x="1643548" y="2494745"/>
                </a:lnTo>
                <a:cubicBezTo>
                  <a:pt x="1643548" y="2494745"/>
                  <a:pt x="1643548" y="2493623"/>
                  <a:pt x="1643548" y="2493623"/>
                </a:cubicBezTo>
                <a:cubicBezTo>
                  <a:pt x="1643548" y="2483202"/>
                  <a:pt x="1643548" y="2473903"/>
                  <a:pt x="1643548" y="2463481"/>
                </a:cubicBezTo>
                <a:cubicBezTo>
                  <a:pt x="1637780" y="2258582"/>
                  <a:pt x="1557830" y="2055767"/>
                  <a:pt x="1401454" y="1899447"/>
                </a:cubicBezTo>
                <a:cubicBezTo>
                  <a:pt x="1245078" y="1743127"/>
                  <a:pt x="1042398" y="1663123"/>
                  <a:pt x="837476" y="1657352"/>
                </a:cubicBezTo>
                <a:cubicBezTo>
                  <a:pt x="830426" y="1657352"/>
                  <a:pt x="822415" y="1657352"/>
                  <a:pt x="815365" y="1657352"/>
                </a:cubicBezTo>
                <a:cubicBezTo>
                  <a:pt x="811840" y="1657352"/>
                  <a:pt x="809597" y="1657352"/>
                  <a:pt x="807354" y="1657352"/>
                </a:cubicBezTo>
                <a:cubicBezTo>
                  <a:pt x="602271" y="1651580"/>
                  <a:pt x="399591" y="1571736"/>
                  <a:pt x="243216" y="1415417"/>
                </a:cubicBezTo>
                <a:cubicBezTo>
                  <a:pt x="-81072" y="1092195"/>
                  <a:pt x="-81072" y="567441"/>
                  <a:pt x="243216" y="243258"/>
                </a:cubicBezTo>
                <a:cubicBezTo>
                  <a:pt x="404799" y="81086"/>
                  <a:pt x="616771" y="0"/>
                  <a:pt x="828884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wrap="square" lIns="28575" tIns="28575" rIns="28575" bIns="28575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3BF04F7-1C4F-E73E-8F2E-6D44F23EB814}"/>
              </a:ext>
            </a:extLst>
          </p:cNvPr>
          <p:cNvSpPr/>
          <p:nvPr/>
        </p:nvSpPr>
        <p:spPr>
          <a:xfrm>
            <a:off x="5232278" y="2235125"/>
            <a:ext cx="2738985" cy="2532536"/>
          </a:xfrm>
          <a:custGeom>
            <a:avLst/>
            <a:gdLst>
              <a:gd name="connsiteX0" fmla="*/ 828202 w 2762943"/>
              <a:gd name="connsiteY0" fmla="*/ 183576 h 2548315"/>
              <a:gd name="connsiteX1" fmla="*/ 371887 w 2762943"/>
              <a:gd name="connsiteY1" fmla="*/ 372963 h 2548315"/>
              <a:gd name="connsiteX2" fmla="*/ 371887 w 2762943"/>
              <a:gd name="connsiteY2" fmla="*/ 1285550 h 2548315"/>
              <a:gd name="connsiteX3" fmla="*/ 1284516 w 2762943"/>
              <a:gd name="connsiteY3" fmla="*/ 1285550 h 2548315"/>
              <a:gd name="connsiteX4" fmla="*/ 1284516 w 2762943"/>
              <a:gd name="connsiteY4" fmla="*/ 372963 h 2548315"/>
              <a:gd name="connsiteX5" fmla="*/ 828202 w 2762943"/>
              <a:gd name="connsiteY5" fmla="*/ 183576 h 2548315"/>
              <a:gd name="connsiteX6" fmla="*/ 828903 w 2762943"/>
              <a:gd name="connsiteY6" fmla="*/ 0 h 2548315"/>
              <a:gd name="connsiteX7" fmla="*/ 1415464 w 2762943"/>
              <a:gd name="connsiteY7" fmla="*/ 243258 h 2548315"/>
              <a:gd name="connsiteX8" fmla="*/ 1656363 w 2762943"/>
              <a:gd name="connsiteY8" fmla="*/ 780677 h 2548315"/>
              <a:gd name="connsiteX9" fmla="*/ 1657485 w 2762943"/>
              <a:gd name="connsiteY9" fmla="*/ 831662 h 2548315"/>
              <a:gd name="connsiteX10" fmla="*/ 1656363 w 2762943"/>
              <a:gd name="connsiteY10" fmla="*/ 865170 h 2548315"/>
              <a:gd name="connsiteX11" fmla="*/ 1897263 w 2762943"/>
              <a:gd name="connsiteY11" fmla="*/ 1402590 h 2548315"/>
              <a:gd name="connsiteX12" fmla="*/ 2434678 w 2762943"/>
              <a:gd name="connsiteY12" fmla="*/ 1643563 h 2548315"/>
              <a:gd name="connsiteX13" fmla="*/ 2491417 w 2762943"/>
              <a:gd name="connsiteY13" fmla="*/ 1643563 h 2548315"/>
              <a:gd name="connsiteX14" fmla="*/ 2519145 w 2762943"/>
              <a:gd name="connsiteY14" fmla="*/ 1644685 h 2548315"/>
              <a:gd name="connsiteX15" fmla="*/ 2664741 w 2762943"/>
              <a:gd name="connsiteY15" fmla="*/ 1666192 h 2548315"/>
              <a:gd name="connsiteX16" fmla="*/ 2762943 w 2762943"/>
              <a:gd name="connsiteY16" fmla="*/ 1699206 h 2548315"/>
              <a:gd name="connsiteX17" fmla="*/ 2499394 w 2762943"/>
              <a:gd name="connsiteY17" fmla="*/ 1745442 h 2548315"/>
              <a:gd name="connsiteX18" fmla="*/ 2166019 w 2762943"/>
              <a:gd name="connsiteY18" fmla="*/ 1812117 h 2548315"/>
              <a:gd name="connsiteX19" fmla="*/ 1932656 w 2762943"/>
              <a:gd name="connsiteY19" fmla="*/ 1902604 h 2548315"/>
              <a:gd name="connsiteX20" fmla="*/ 1804069 w 2762943"/>
              <a:gd name="connsiteY20" fmla="*/ 2026429 h 2548315"/>
              <a:gd name="connsiteX21" fmla="*/ 1765969 w 2762943"/>
              <a:gd name="connsiteY21" fmla="*/ 2255029 h 2548315"/>
              <a:gd name="connsiteX22" fmla="*/ 1704056 w 2762943"/>
              <a:gd name="connsiteY22" fmla="*/ 2502679 h 2548315"/>
              <a:gd name="connsiteX23" fmla="*/ 1650038 w 2762943"/>
              <a:gd name="connsiteY23" fmla="*/ 2548315 h 2548315"/>
              <a:gd name="connsiteX24" fmla="*/ 1643541 w 2762943"/>
              <a:gd name="connsiteY24" fmla="*/ 2494744 h 2548315"/>
              <a:gd name="connsiteX25" fmla="*/ 1643541 w 2762943"/>
              <a:gd name="connsiteY25" fmla="*/ 2493622 h 2548315"/>
              <a:gd name="connsiteX26" fmla="*/ 1643541 w 2762943"/>
              <a:gd name="connsiteY26" fmla="*/ 2463480 h 2548315"/>
              <a:gd name="connsiteX27" fmla="*/ 1401520 w 2762943"/>
              <a:gd name="connsiteY27" fmla="*/ 1899446 h 2548315"/>
              <a:gd name="connsiteX28" fmla="*/ 837498 w 2762943"/>
              <a:gd name="connsiteY28" fmla="*/ 1657351 h 2548315"/>
              <a:gd name="connsiteX29" fmla="*/ 815379 w 2762943"/>
              <a:gd name="connsiteY29" fmla="*/ 1657351 h 2548315"/>
              <a:gd name="connsiteX30" fmla="*/ 807365 w 2762943"/>
              <a:gd name="connsiteY30" fmla="*/ 1657351 h 2548315"/>
              <a:gd name="connsiteX31" fmla="*/ 243183 w 2762943"/>
              <a:gd name="connsiteY31" fmla="*/ 1415416 h 2548315"/>
              <a:gd name="connsiteX32" fmla="*/ 243183 w 2762943"/>
              <a:gd name="connsiteY32" fmla="*/ 243258 h 2548315"/>
              <a:gd name="connsiteX33" fmla="*/ 828903 w 2762943"/>
              <a:gd name="connsiteY33" fmla="*/ 0 h 254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762943" h="2548315">
                <a:moveTo>
                  <a:pt x="828202" y="183576"/>
                </a:moveTo>
                <a:cubicBezTo>
                  <a:pt x="663154" y="183576"/>
                  <a:pt x="498107" y="246705"/>
                  <a:pt x="371887" y="372963"/>
                </a:cubicBezTo>
                <a:cubicBezTo>
                  <a:pt x="119288" y="625480"/>
                  <a:pt x="119288" y="1033194"/>
                  <a:pt x="371887" y="1285550"/>
                </a:cubicBezTo>
                <a:cubicBezTo>
                  <a:pt x="624327" y="1538067"/>
                  <a:pt x="1033199" y="1538067"/>
                  <a:pt x="1284516" y="1285550"/>
                </a:cubicBezTo>
                <a:cubicBezTo>
                  <a:pt x="1536955" y="1033194"/>
                  <a:pt x="1536955" y="625480"/>
                  <a:pt x="1284516" y="372963"/>
                </a:cubicBezTo>
                <a:cubicBezTo>
                  <a:pt x="1158297" y="246705"/>
                  <a:pt x="993249" y="183576"/>
                  <a:pt x="828202" y="183576"/>
                </a:cubicBezTo>
                <a:close/>
                <a:moveTo>
                  <a:pt x="828903" y="0"/>
                </a:moveTo>
                <a:cubicBezTo>
                  <a:pt x="1041012" y="0"/>
                  <a:pt x="1253262" y="81086"/>
                  <a:pt x="1415464" y="243258"/>
                </a:cubicBezTo>
                <a:cubicBezTo>
                  <a:pt x="1564844" y="392684"/>
                  <a:pt x="1644663" y="584917"/>
                  <a:pt x="1656363" y="780677"/>
                </a:cubicBezTo>
                <a:cubicBezTo>
                  <a:pt x="1657485" y="797993"/>
                  <a:pt x="1657485" y="814186"/>
                  <a:pt x="1657485" y="831662"/>
                </a:cubicBezTo>
                <a:cubicBezTo>
                  <a:pt x="1657485" y="843205"/>
                  <a:pt x="1656363" y="853627"/>
                  <a:pt x="1656363" y="865170"/>
                </a:cubicBezTo>
                <a:cubicBezTo>
                  <a:pt x="1667903" y="1060931"/>
                  <a:pt x="1747883" y="1253164"/>
                  <a:pt x="1897263" y="1402590"/>
                </a:cubicBezTo>
                <a:cubicBezTo>
                  <a:pt x="2046643" y="1552016"/>
                  <a:pt x="2238977" y="1631859"/>
                  <a:pt x="2434678" y="1643563"/>
                </a:cubicBezTo>
                <a:cubicBezTo>
                  <a:pt x="2453270" y="1643563"/>
                  <a:pt x="2472824" y="1643563"/>
                  <a:pt x="2491417" y="1643563"/>
                </a:cubicBezTo>
                <a:cubicBezTo>
                  <a:pt x="2500713" y="1643563"/>
                  <a:pt x="2510009" y="1644685"/>
                  <a:pt x="2519145" y="1644685"/>
                </a:cubicBezTo>
                <a:cubicBezTo>
                  <a:pt x="2568110" y="1647571"/>
                  <a:pt x="2616845" y="1654736"/>
                  <a:pt x="2664741" y="1666192"/>
                </a:cubicBezTo>
                <a:lnTo>
                  <a:pt x="2762943" y="1699206"/>
                </a:lnTo>
                <a:lnTo>
                  <a:pt x="2499394" y="1745442"/>
                </a:lnTo>
                <a:lnTo>
                  <a:pt x="2166019" y="1812117"/>
                </a:lnTo>
                <a:lnTo>
                  <a:pt x="1932656" y="1902604"/>
                </a:lnTo>
                <a:lnTo>
                  <a:pt x="1804069" y="2026429"/>
                </a:lnTo>
                <a:lnTo>
                  <a:pt x="1765969" y="2255029"/>
                </a:lnTo>
                <a:lnTo>
                  <a:pt x="1704056" y="2502679"/>
                </a:lnTo>
                <a:lnTo>
                  <a:pt x="1650038" y="2548315"/>
                </a:lnTo>
                <a:lnTo>
                  <a:pt x="1643541" y="2494744"/>
                </a:lnTo>
                <a:cubicBezTo>
                  <a:pt x="1643541" y="2494744"/>
                  <a:pt x="1643541" y="2493622"/>
                  <a:pt x="1643541" y="2493622"/>
                </a:cubicBezTo>
                <a:cubicBezTo>
                  <a:pt x="1643541" y="2483201"/>
                  <a:pt x="1643541" y="2473902"/>
                  <a:pt x="1643541" y="2463480"/>
                </a:cubicBezTo>
                <a:cubicBezTo>
                  <a:pt x="1637771" y="2258581"/>
                  <a:pt x="1557792" y="2055766"/>
                  <a:pt x="1401520" y="1899446"/>
                </a:cubicBezTo>
                <a:cubicBezTo>
                  <a:pt x="1245087" y="1743127"/>
                  <a:pt x="1042495" y="1663123"/>
                  <a:pt x="837498" y="1657351"/>
                </a:cubicBezTo>
                <a:cubicBezTo>
                  <a:pt x="830446" y="1657351"/>
                  <a:pt x="822432" y="1657351"/>
                  <a:pt x="815379" y="1657351"/>
                </a:cubicBezTo>
                <a:cubicBezTo>
                  <a:pt x="812014" y="1657351"/>
                  <a:pt x="809609" y="1657351"/>
                  <a:pt x="807365" y="1657351"/>
                </a:cubicBezTo>
                <a:cubicBezTo>
                  <a:pt x="602369" y="1651579"/>
                  <a:pt x="399616" y="1571736"/>
                  <a:pt x="243183" y="1415416"/>
                </a:cubicBezTo>
                <a:cubicBezTo>
                  <a:pt x="-81061" y="1092195"/>
                  <a:pt x="-81061" y="567441"/>
                  <a:pt x="243183" y="243258"/>
                </a:cubicBezTo>
                <a:cubicBezTo>
                  <a:pt x="404825" y="81086"/>
                  <a:pt x="616794" y="0"/>
                  <a:pt x="828903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wrap="square" lIns="28575" tIns="28575" rIns="28575" bIns="28575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40" name="Shape">
            <a:extLst>
              <a:ext uri="{FF2B5EF4-FFF2-40B4-BE49-F238E27FC236}">
                <a16:creationId xmlns:a16="http://schemas.microsoft.com/office/drawing/2014/main" id="{686FB1DB-55D0-2A05-580E-8C43AB8AF1F3}"/>
              </a:ext>
            </a:extLst>
          </p:cNvPr>
          <p:cNvSpPr/>
          <p:nvPr/>
        </p:nvSpPr>
        <p:spPr>
          <a:xfrm>
            <a:off x="6874299" y="2252830"/>
            <a:ext cx="3272371" cy="3278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89" h="20591" extrusionOk="0">
                <a:moveTo>
                  <a:pt x="11760" y="1514"/>
                </a:moveTo>
                <a:cubicBezTo>
                  <a:pt x="10829" y="2446"/>
                  <a:pt x="10330" y="3646"/>
                  <a:pt x="10258" y="4868"/>
                </a:cubicBezTo>
                <a:cubicBezTo>
                  <a:pt x="10258" y="4926"/>
                  <a:pt x="10251" y="4984"/>
                  <a:pt x="10251" y="5042"/>
                </a:cubicBezTo>
                <a:cubicBezTo>
                  <a:pt x="10251" y="5157"/>
                  <a:pt x="10251" y="5280"/>
                  <a:pt x="10251" y="5396"/>
                </a:cubicBezTo>
                <a:cubicBezTo>
                  <a:pt x="10178" y="6617"/>
                  <a:pt x="9680" y="7817"/>
                  <a:pt x="8748" y="8750"/>
                </a:cubicBezTo>
                <a:cubicBezTo>
                  <a:pt x="7809" y="9683"/>
                  <a:pt x="6610" y="10181"/>
                  <a:pt x="5396" y="10254"/>
                </a:cubicBezTo>
                <a:cubicBezTo>
                  <a:pt x="5324" y="10254"/>
                  <a:pt x="5259" y="10246"/>
                  <a:pt x="5187" y="10246"/>
                </a:cubicBezTo>
                <a:cubicBezTo>
                  <a:pt x="5078" y="10246"/>
                  <a:pt x="4977" y="10246"/>
                  <a:pt x="4869" y="10254"/>
                </a:cubicBezTo>
                <a:cubicBezTo>
                  <a:pt x="3648" y="10326"/>
                  <a:pt x="2449" y="10825"/>
                  <a:pt x="1517" y="11757"/>
                </a:cubicBezTo>
                <a:cubicBezTo>
                  <a:pt x="-506" y="13781"/>
                  <a:pt x="-506" y="17056"/>
                  <a:pt x="1517" y="19073"/>
                </a:cubicBezTo>
                <a:cubicBezTo>
                  <a:pt x="3539" y="21097"/>
                  <a:pt x="6812" y="21097"/>
                  <a:pt x="8828" y="19073"/>
                </a:cubicBezTo>
                <a:cubicBezTo>
                  <a:pt x="9803" y="18097"/>
                  <a:pt x="10301" y="16832"/>
                  <a:pt x="10337" y="15552"/>
                </a:cubicBezTo>
                <a:cubicBezTo>
                  <a:pt x="10337" y="15538"/>
                  <a:pt x="10337" y="15524"/>
                  <a:pt x="10337" y="15502"/>
                </a:cubicBezTo>
                <a:cubicBezTo>
                  <a:pt x="10337" y="15458"/>
                  <a:pt x="10337" y="15408"/>
                  <a:pt x="10337" y="15364"/>
                </a:cubicBezTo>
                <a:cubicBezTo>
                  <a:pt x="10373" y="14085"/>
                  <a:pt x="10872" y="12820"/>
                  <a:pt x="11847" y="11844"/>
                </a:cubicBezTo>
                <a:cubicBezTo>
                  <a:pt x="12822" y="10868"/>
                  <a:pt x="14087" y="10369"/>
                  <a:pt x="15365" y="10333"/>
                </a:cubicBezTo>
                <a:cubicBezTo>
                  <a:pt x="15430" y="10333"/>
                  <a:pt x="15488" y="10333"/>
                  <a:pt x="15553" y="10333"/>
                </a:cubicBezTo>
                <a:cubicBezTo>
                  <a:pt x="15553" y="10333"/>
                  <a:pt x="15560" y="10333"/>
                  <a:pt x="15560" y="10333"/>
                </a:cubicBezTo>
                <a:lnTo>
                  <a:pt x="15560" y="10333"/>
                </a:lnTo>
                <a:cubicBezTo>
                  <a:pt x="16832" y="10297"/>
                  <a:pt x="18096" y="9791"/>
                  <a:pt x="19071" y="8822"/>
                </a:cubicBezTo>
                <a:cubicBezTo>
                  <a:pt x="21094" y="6798"/>
                  <a:pt x="21094" y="3524"/>
                  <a:pt x="19071" y="1507"/>
                </a:cubicBezTo>
                <a:cubicBezTo>
                  <a:pt x="17049" y="-503"/>
                  <a:pt x="13776" y="-503"/>
                  <a:pt x="11760" y="1514"/>
                </a:cubicBezTo>
                <a:close/>
                <a:moveTo>
                  <a:pt x="8018" y="18270"/>
                </a:moveTo>
                <a:cubicBezTo>
                  <a:pt x="6444" y="19846"/>
                  <a:pt x="3901" y="19846"/>
                  <a:pt x="2326" y="18270"/>
                </a:cubicBezTo>
                <a:cubicBezTo>
                  <a:pt x="751" y="16695"/>
                  <a:pt x="751" y="14150"/>
                  <a:pt x="2326" y="12574"/>
                </a:cubicBezTo>
                <a:cubicBezTo>
                  <a:pt x="3901" y="10998"/>
                  <a:pt x="6444" y="10998"/>
                  <a:pt x="8018" y="12574"/>
                </a:cubicBezTo>
                <a:cubicBezTo>
                  <a:pt x="9586" y="14150"/>
                  <a:pt x="9586" y="16702"/>
                  <a:pt x="8018" y="18270"/>
                </a:cubicBezTo>
                <a:close/>
                <a:moveTo>
                  <a:pt x="18255" y="8020"/>
                </a:moveTo>
                <a:cubicBezTo>
                  <a:pt x="16680" y="9596"/>
                  <a:pt x="14137" y="9596"/>
                  <a:pt x="12562" y="8020"/>
                </a:cubicBezTo>
                <a:cubicBezTo>
                  <a:pt x="10988" y="6444"/>
                  <a:pt x="10988" y="3899"/>
                  <a:pt x="12562" y="2324"/>
                </a:cubicBezTo>
                <a:cubicBezTo>
                  <a:pt x="14137" y="748"/>
                  <a:pt x="16680" y="748"/>
                  <a:pt x="18255" y="2324"/>
                </a:cubicBezTo>
                <a:cubicBezTo>
                  <a:pt x="19830" y="3899"/>
                  <a:pt x="19830" y="6451"/>
                  <a:pt x="18255" y="802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pic>
        <p:nvPicPr>
          <p:cNvPr id="41" name="Graphic 9" descr="Bar graph with upward trend with solid fill">
            <a:extLst>
              <a:ext uri="{FF2B5EF4-FFF2-40B4-BE49-F238E27FC236}">
                <a16:creationId xmlns:a16="http://schemas.microsoft.com/office/drawing/2014/main" id="{5DD8EABD-B887-52A9-92DB-9599F5758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635" y="2679335"/>
            <a:ext cx="859152" cy="859152"/>
          </a:xfrm>
          <a:prstGeom prst="rect">
            <a:avLst/>
          </a:prstGeom>
        </p:spPr>
      </p:pic>
      <p:pic>
        <p:nvPicPr>
          <p:cNvPr id="42" name="Graphic 10" descr="Brainstorm with solid fill">
            <a:extLst>
              <a:ext uri="{FF2B5EF4-FFF2-40B4-BE49-F238E27FC236}">
                <a16:creationId xmlns:a16="http://schemas.microsoft.com/office/drawing/2014/main" id="{8051D62A-6E22-28D2-8F80-4DC405A18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540" y="2622494"/>
            <a:ext cx="859152" cy="859152"/>
          </a:xfrm>
          <a:prstGeom prst="rect">
            <a:avLst/>
          </a:prstGeom>
        </p:spPr>
      </p:pic>
      <p:pic>
        <p:nvPicPr>
          <p:cNvPr id="43" name="Graphic 58" descr="Bullseye with solid fill">
            <a:extLst>
              <a:ext uri="{FF2B5EF4-FFF2-40B4-BE49-F238E27FC236}">
                <a16:creationId xmlns:a16="http://schemas.microsoft.com/office/drawing/2014/main" id="{E9E79736-9344-3312-8EC1-3F9827224E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60161" y="4353140"/>
            <a:ext cx="859152" cy="859152"/>
          </a:xfrm>
          <a:prstGeom prst="rect">
            <a:avLst/>
          </a:prstGeom>
        </p:spPr>
      </p:pic>
      <p:pic>
        <p:nvPicPr>
          <p:cNvPr id="44" name="Graphic 59" descr="Gears with solid fill">
            <a:extLst>
              <a:ext uri="{FF2B5EF4-FFF2-40B4-BE49-F238E27FC236}">
                <a16:creationId xmlns:a16="http://schemas.microsoft.com/office/drawing/2014/main" id="{1D75383E-2735-976B-6560-D164448C04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11009" y="4233939"/>
            <a:ext cx="859152" cy="859152"/>
          </a:xfrm>
          <a:prstGeom prst="rect">
            <a:avLst/>
          </a:prstGeom>
        </p:spPr>
      </p:pic>
      <p:pic>
        <p:nvPicPr>
          <p:cNvPr id="45" name="Graphic 60" descr="Hourglass 30% with solid fill">
            <a:extLst>
              <a:ext uri="{FF2B5EF4-FFF2-40B4-BE49-F238E27FC236}">
                <a16:creationId xmlns:a16="http://schemas.microsoft.com/office/drawing/2014/main" id="{61515383-3035-74AA-E083-EAD4844FBD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4760" y="1059601"/>
            <a:ext cx="859152" cy="859152"/>
          </a:xfrm>
          <a:prstGeom prst="rect">
            <a:avLst/>
          </a:prstGeom>
        </p:spPr>
      </p:pic>
      <p:pic>
        <p:nvPicPr>
          <p:cNvPr id="46" name="Graphic 14" descr="Lightbulb with solid fill">
            <a:extLst>
              <a:ext uri="{FF2B5EF4-FFF2-40B4-BE49-F238E27FC236}">
                <a16:creationId xmlns:a16="http://schemas.microsoft.com/office/drawing/2014/main" id="{6828A43D-4A4D-F418-6178-75CDB4464AD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30024" y="1050770"/>
            <a:ext cx="859152" cy="859152"/>
          </a:xfrm>
          <a:prstGeom prst="rect">
            <a:avLst/>
          </a:prstGeom>
        </p:spPr>
      </p:pic>
      <p:pic>
        <p:nvPicPr>
          <p:cNvPr id="47" name="Graphic 15" descr="Research with solid fill">
            <a:extLst>
              <a:ext uri="{FF2B5EF4-FFF2-40B4-BE49-F238E27FC236}">
                <a16:creationId xmlns:a16="http://schemas.microsoft.com/office/drawing/2014/main" id="{EC5BE31E-377D-7DCA-233B-FBA5520F23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47310" y="2659507"/>
            <a:ext cx="859152" cy="859152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EF96FE7C-9E88-3AC2-0804-97ADF3B74C4B}"/>
              </a:ext>
            </a:extLst>
          </p:cNvPr>
          <p:cNvGrpSpPr/>
          <p:nvPr/>
        </p:nvGrpSpPr>
        <p:grpSpPr>
          <a:xfrm>
            <a:off x="1939698" y="5510229"/>
            <a:ext cx="2897332" cy="884146"/>
            <a:chOff x="332936" y="2914833"/>
            <a:chExt cx="2975111" cy="263984"/>
          </a:xfrm>
        </p:grpSpPr>
        <p:sp>
          <p:nvSpPr>
            <p:cNvPr id="51" name="TextBox 33">
              <a:extLst>
                <a:ext uri="{FF2B5EF4-FFF2-40B4-BE49-F238E27FC236}">
                  <a16:creationId xmlns:a16="http://schemas.microsoft.com/office/drawing/2014/main" id="{E7AF7CB1-1AD1-44E6-F68B-30E88BA83999}"/>
                </a:ext>
              </a:extLst>
            </p:cNvPr>
            <p:cNvSpPr txBox="1"/>
            <p:nvPr/>
          </p:nvSpPr>
          <p:spPr>
            <a:xfrm>
              <a:off x="332936" y="2914833"/>
              <a:ext cx="2926079" cy="174599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Week 1-3</a:t>
              </a:r>
            </a:p>
            <a:p>
              <a:pPr algn="ctr"/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Kickoff</a:t>
              </a:r>
            </a:p>
          </p:txBody>
        </p:sp>
        <p:sp>
          <p:nvSpPr>
            <p:cNvPr id="52" name="TextBox 34">
              <a:extLst>
                <a:ext uri="{FF2B5EF4-FFF2-40B4-BE49-F238E27FC236}">
                  <a16:creationId xmlns:a16="http://schemas.microsoft.com/office/drawing/2014/main" id="{77CE5C3B-3A68-A344-87A0-C0777F10A95F}"/>
                </a:ext>
              </a:extLst>
            </p:cNvPr>
            <p:cNvSpPr txBox="1"/>
            <p:nvPr/>
          </p:nvSpPr>
          <p:spPr>
            <a:xfrm>
              <a:off x="332936" y="3086922"/>
              <a:ext cx="2975111" cy="9189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Define objectives and team roles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B99B14E-D088-A3C3-DF68-C02F7BF45BC8}"/>
              </a:ext>
            </a:extLst>
          </p:cNvPr>
          <p:cNvGrpSpPr/>
          <p:nvPr/>
        </p:nvGrpSpPr>
        <p:grpSpPr>
          <a:xfrm>
            <a:off x="147002" y="3231880"/>
            <a:ext cx="2208564" cy="1320587"/>
            <a:chOff x="332936" y="2574834"/>
            <a:chExt cx="2975111" cy="1162106"/>
          </a:xfrm>
        </p:grpSpPr>
        <p:sp>
          <p:nvSpPr>
            <p:cNvPr id="57" name="TextBox 33">
              <a:extLst>
                <a:ext uri="{FF2B5EF4-FFF2-40B4-BE49-F238E27FC236}">
                  <a16:creationId xmlns:a16="http://schemas.microsoft.com/office/drawing/2014/main" id="{1C45A807-F309-4B11-647B-9EA0EB46FFAA}"/>
                </a:ext>
              </a:extLst>
            </p:cNvPr>
            <p:cNvSpPr txBox="1"/>
            <p:nvPr/>
          </p:nvSpPr>
          <p:spPr>
            <a:xfrm>
              <a:off x="332936" y="2574834"/>
              <a:ext cx="2926079" cy="514598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Week 3-5</a:t>
              </a:r>
            </a:p>
            <a:p>
              <a:pPr algn="ctr"/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 Phase</a:t>
              </a:r>
            </a:p>
          </p:txBody>
        </p:sp>
        <p:sp>
          <p:nvSpPr>
            <p:cNvPr id="58" name="TextBox 34">
              <a:extLst>
                <a:ext uri="{FF2B5EF4-FFF2-40B4-BE49-F238E27FC236}">
                  <a16:creationId xmlns:a16="http://schemas.microsoft.com/office/drawing/2014/main" id="{B22E89A3-4871-4DF3-B0F4-86F263474717}"/>
                </a:ext>
              </a:extLst>
            </p:cNvPr>
            <p:cNvSpPr txBox="1"/>
            <p:nvPr/>
          </p:nvSpPr>
          <p:spPr>
            <a:xfrm>
              <a:off x="332936" y="3086921"/>
              <a:ext cx="2975111" cy="65001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Analyze existing technologies and methodologies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3AC31E0-C181-EA73-A2A4-183548ADBCB3}"/>
              </a:ext>
            </a:extLst>
          </p:cNvPr>
          <p:cNvGrpSpPr/>
          <p:nvPr/>
        </p:nvGrpSpPr>
        <p:grpSpPr>
          <a:xfrm>
            <a:off x="7643870" y="5332662"/>
            <a:ext cx="3007398" cy="1639617"/>
            <a:chOff x="332936" y="2650710"/>
            <a:chExt cx="2975111" cy="1230107"/>
          </a:xfrm>
        </p:grpSpPr>
        <p:sp>
          <p:nvSpPr>
            <p:cNvPr id="60" name="TextBox 33">
              <a:extLst>
                <a:ext uri="{FF2B5EF4-FFF2-40B4-BE49-F238E27FC236}">
                  <a16:creationId xmlns:a16="http://schemas.microsoft.com/office/drawing/2014/main" id="{47831163-C5A6-8275-5BB9-1BA42AE14AAD}"/>
                </a:ext>
              </a:extLst>
            </p:cNvPr>
            <p:cNvSpPr txBox="1"/>
            <p:nvPr/>
          </p:nvSpPr>
          <p:spPr>
            <a:xfrm>
              <a:off x="332936" y="2650710"/>
              <a:ext cx="2926079" cy="43872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Week 12-15</a:t>
              </a:r>
            </a:p>
            <a:p>
              <a:pPr algn="ctr"/>
              <a:r>
                <a:rPr lang="en-US" sz="1600" b="1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Testing Phase</a:t>
              </a:r>
            </a:p>
          </p:txBody>
        </p:sp>
        <p:sp>
          <p:nvSpPr>
            <p:cNvPr id="61" name="TextBox 34">
              <a:extLst>
                <a:ext uri="{FF2B5EF4-FFF2-40B4-BE49-F238E27FC236}">
                  <a16:creationId xmlns:a16="http://schemas.microsoft.com/office/drawing/2014/main" id="{6CAB44FE-57A4-16CC-E561-335ECCBBA37A}"/>
                </a:ext>
              </a:extLst>
            </p:cNvPr>
            <p:cNvSpPr txBox="1"/>
            <p:nvPr/>
          </p:nvSpPr>
          <p:spPr>
            <a:xfrm>
              <a:off x="332936" y="3086922"/>
              <a:ext cx="2975111" cy="79389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Conduct thorough testing and document results.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0F5EA9F-995D-A791-9A34-027424C9D143}"/>
              </a:ext>
            </a:extLst>
          </p:cNvPr>
          <p:cNvGrpSpPr/>
          <p:nvPr/>
        </p:nvGrpSpPr>
        <p:grpSpPr>
          <a:xfrm>
            <a:off x="10153036" y="2944207"/>
            <a:ext cx="1916529" cy="1105658"/>
            <a:chOff x="332936" y="2460933"/>
            <a:chExt cx="2975111" cy="1188330"/>
          </a:xfrm>
        </p:grpSpPr>
        <p:sp>
          <p:nvSpPr>
            <p:cNvPr id="63" name="TextBox 33">
              <a:extLst>
                <a:ext uri="{FF2B5EF4-FFF2-40B4-BE49-F238E27FC236}">
                  <a16:creationId xmlns:a16="http://schemas.microsoft.com/office/drawing/2014/main" id="{30E52307-C5DC-8E80-166D-92F9ABE51EFC}"/>
                </a:ext>
              </a:extLst>
            </p:cNvPr>
            <p:cNvSpPr txBox="1"/>
            <p:nvPr/>
          </p:nvSpPr>
          <p:spPr>
            <a:xfrm>
              <a:off x="332936" y="2460933"/>
              <a:ext cx="2926079" cy="62850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Week 16-18</a:t>
              </a:r>
            </a:p>
            <a:p>
              <a:pPr algn="ctr"/>
              <a:r>
                <a:rPr lang="en-US" sz="1600" b="1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Pilot Deployment</a:t>
              </a:r>
              <a:endParaRPr lang="en-US" sz="1600" b="1" noProof="1"/>
            </a:p>
          </p:txBody>
        </p:sp>
        <p:sp>
          <p:nvSpPr>
            <p:cNvPr id="64" name="TextBox 34">
              <a:extLst>
                <a:ext uri="{FF2B5EF4-FFF2-40B4-BE49-F238E27FC236}">
                  <a16:creationId xmlns:a16="http://schemas.microsoft.com/office/drawing/2014/main" id="{58E3E93E-87BF-9AC6-C354-000D6B509D84}"/>
                </a:ext>
              </a:extLst>
            </p:cNvPr>
            <p:cNvSpPr txBox="1"/>
            <p:nvPr/>
          </p:nvSpPr>
          <p:spPr>
            <a:xfrm>
              <a:off x="332936" y="3086921"/>
              <a:ext cx="2975111" cy="562342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Launch the system for initial user feedback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D24EC69-84B4-B326-A753-6994BD91E0FD}"/>
              </a:ext>
            </a:extLst>
          </p:cNvPr>
          <p:cNvGrpSpPr/>
          <p:nvPr/>
        </p:nvGrpSpPr>
        <p:grpSpPr>
          <a:xfrm>
            <a:off x="9038614" y="705068"/>
            <a:ext cx="2390661" cy="1105660"/>
            <a:chOff x="332936" y="2460932"/>
            <a:chExt cx="2975111" cy="1188332"/>
          </a:xfrm>
        </p:grpSpPr>
        <p:sp>
          <p:nvSpPr>
            <p:cNvPr id="66" name="TextBox 33">
              <a:extLst>
                <a:ext uri="{FF2B5EF4-FFF2-40B4-BE49-F238E27FC236}">
                  <a16:creationId xmlns:a16="http://schemas.microsoft.com/office/drawing/2014/main" id="{62671A4C-DFE5-0C00-849C-46EE1B569CC9}"/>
                </a:ext>
              </a:extLst>
            </p:cNvPr>
            <p:cNvSpPr txBox="1"/>
            <p:nvPr/>
          </p:nvSpPr>
          <p:spPr>
            <a:xfrm>
              <a:off x="332936" y="2460932"/>
              <a:ext cx="2926079" cy="62850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Week 19-20</a:t>
              </a:r>
            </a:p>
            <a:p>
              <a:pPr algn="ctr"/>
              <a:r>
                <a:rPr lang="en-US" sz="1600" b="1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Feedback Review</a:t>
              </a:r>
              <a:endParaRPr lang="en-US" sz="1600" b="1" noProof="1"/>
            </a:p>
          </p:txBody>
        </p:sp>
        <p:sp>
          <p:nvSpPr>
            <p:cNvPr id="67" name="TextBox 34">
              <a:extLst>
                <a:ext uri="{FF2B5EF4-FFF2-40B4-BE49-F238E27FC236}">
                  <a16:creationId xmlns:a16="http://schemas.microsoft.com/office/drawing/2014/main" id="{7E8C805D-CD7D-BC66-5FFE-EB7F022DAB8A}"/>
                </a:ext>
              </a:extLst>
            </p:cNvPr>
            <p:cNvSpPr txBox="1"/>
            <p:nvPr/>
          </p:nvSpPr>
          <p:spPr>
            <a:xfrm>
              <a:off x="332936" y="3086922"/>
              <a:ext cx="2975111" cy="562342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Analyze feedback and make adjustments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993D22B-3674-816C-3A63-A35129273EA3}"/>
              </a:ext>
            </a:extLst>
          </p:cNvPr>
          <p:cNvGrpSpPr/>
          <p:nvPr/>
        </p:nvGrpSpPr>
        <p:grpSpPr>
          <a:xfrm>
            <a:off x="633525" y="695577"/>
            <a:ext cx="2897332" cy="1101884"/>
            <a:chOff x="332936" y="2849148"/>
            <a:chExt cx="2975111" cy="452765"/>
          </a:xfrm>
        </p:grpSpPr>
        <p:sp>
          <p:nvSpPr>
            <p:cNvPr id="75" name="TextBox 33">
              <a:extLst>
                <a:ext uri="{FF2B5EF4-FFF2-40B4-BE49-F238E27FC236}">
                  <a16:creationId xmlns:a16="http://schemas.microsoft.com/office/drawing/2014/main" id="{CE8A1A1B-B6BB-C62B-317D-38487D55AE92}"/>
                </a:ext>
              </a:extLst>
            </p:cNvPr>
            <p:cNvSpPr txBox="1"/>
            <p:nvPr/>
          </p:nvSpPr>
          <p:spPr>
            <a:xfrm>
              <a:off x="332936" y="2849148"/>
              <a:ext cx="2926079" cy="24028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Week 6-8</a:t>
              </a:r>
            </a:p>
            <a:p>
              <a:pPr algn="ctr"/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 Phase</a:t>
              </a:r>
            </a:p>
          </p:txBody>
        </p:sp>
        <p:sp>
          <p:nvSpPr>
            <p:cNvPr id="76" name="TextBox 34">
              <a:extLst>
                <a:ext uri="{FF2B5EF4-FFF2-40B4-BE49-F238E27FC236}">
                  <a16:creationId xmlns:a16="http://schemas.microsoft.com/office/drawing/2014/main" id="{0DD4C2E2-0B6F-224B-9245-1A44111FEB56}"/>
                </a:ext>
              </a:extLst>
            </p:cNvPr>
            <p:cNvSpPr txBox="1"/>
            <p:nvPr/>
          </p:nvSpPr>
          <p:spPr>
            <a:xfrm>
              <a:off x="332936" y="3086922"/>
              <a:ext cx="2975111" cy="21499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Finalize system architecture and UI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F770FB6-3D3D-EF5E-3BF8-AD7D0A2DE3AA}"/>
              </a:ext>
            </a:extLst>
          </p:cNvPr>
          <p:cNvSpPr txBox="1"/>
          <p:nvPr/>
        </p:nvSpPr>
        <p:spPr>
          <a:xfrm>
            <a:off x="4853912" y="35913"/>
            <a:ext cx="23956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Timeline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7E037-3D92-D4D7-1D8E-F06C1C49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6388" cy="3651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Resume Screening System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E0858A7-380E-DD21-6B7C-7CCF51EBFCE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8D00E8A3-F21B-471E-ADC8-E53B63C0F784}" type="datetime1">
              <a:rPr lang="en-US" altLang="en-US" smtClean="0"/>
              <a:pPr>
                <a:defRPr/>
              </a:pPr>
              <a:t>10/1/2024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1674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A1787245-30AE-CE86-4675-3757F2722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975" y="685204"/>
            <a:ext cx="9037638" cy="14605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E75C7F4-AB1F-D4C3-ADCD-D873AA81C3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4049082"/>
              </p:ext>
            </p:extLst>
          </p:nvPr>
        </p:nvGraphicFramePr>
        <p:xfrm>
          <a:off x="830340" y="1113234"/>
          <a:ext cx="10369152" cy="4825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C1E42-FF56-B407-8A65-F87F73EE75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00E8A3-F21B-471E-ADC8-E53B63C0F784}" type="datetime1">
              <a:rPr lang="en-US" altLang="en-US" smtClean="0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39EA8-B0C6-B255-89CE-010DDB7A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Resume Screening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CBED938-7783-DBB1-CC2B-F3F56485A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274" y="364059"/>
            <a:ext cx="9145588" cy="441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9F49373-353B-4829-A515-B9B065D871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8539192"/>
              </p:ext>
            </p:extLst>
          </p:nvPr>
        </p:nvGraphicFramePr>
        <p:xfrm>
          <a:off x="2683310" y="980728"/>
          <a:ext cx="6365812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EA306-D245-6615-8DBB-57E4A966A04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00E8A3-F21B-471E-ADC8-E53B63C0F784}" type="datetime1">
              <a:rPr lang="en-US" altLang="en-US" smtClean="0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677B5-C779-9A84-4B52-87BFC2772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Resume Screening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7E0A777-A3D9-E56A-6D9C-3F3B72472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450"/>
            <a:ext cx="9145588" cy="579438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8BB53-D6B4-7D0F-0984-C72C6F39A0D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00E8A3-F21B-471E-ADC8-E53B63C0F784}" type="datetime1">
              <a:rPr lang="en-US" altLang="en-US" smtClean="0"/>
              <a:pPr>
                <a:defRPr/>
              </a:pPr>
              <a:t>10/1/2024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55E26-EDC2-3409-79DB-AB211B01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Resume Screening System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8A02DB4-3329-955A-48B8-F78296DB2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4381885"/>
              </p:ext>
            </p:extLst>
          </p:nvPr>
        </p:nvGraphicFramePr>
        <p:xfrm>
          <a:off x="838200" y="1196752"/>
          <a:ext cx="10659195" cy="4017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3871</TotalTime>
  <Words>1016</Words>
  <Application>Microsoft Office PowerPoint</Application>
  <PresentationFormat>Custom</PresentationFormat>
  <Paragraphs>131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Microsoft YaHei</vt:lpstr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Objectives</vt:lpstr>
      <vt:lpstr>Existing System (Literature Survey) </vt:lpstr>
      <vt:lpstr>Existing System vs Our Idea</vt:lpstr>
      <vt:lpstr>Methodology</vt:lpstr>
      <vt:lpstr> Planning of the Project</vt:lpstr>
      <vt:lpstr>Milestones of the Project</vt:lpstr>
      <vt:lpstr>PowerPoint Presentation</vt:lpstr>
      <vt:lpstr>Expected Outcome</vt:lpstr>
      <vt:lpstr>Team Members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Homomorphic Encryption Technique Applied To Cloud Computing</dc:title>
  <dc:creator>Yash lade</dc:creator>
  <cp:lastModifiedBy>Yash lade</cp:lastModifiedBy>
  <cp:revision>327</cp:revision>
  <cp:lastPrinted>1601-01-01T00:00:00Z</cp:lastPrinted>
  <dcterms:created xsi:type="dcterms:W3CDTF">2013-08-16T16:23:10Z</dcterms:created>
  <dcterms:modified xsi:type="dcterms:W3CDTF">2024-10-01T03:49:19Z</dcterms:modified>
</cp:coreProperties>
</file>