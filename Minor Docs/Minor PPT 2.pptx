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handoutMasterIdLst>
    <p:handoutMasterId r:id="rId20"/>
  </p:handoutMasterIdLst>
  <p:sldIdLst>
    <p:sldId id="420" r:id="rId2"/>
    <p:sldId id="416" r:id="rId3"/>
    <p:sldId id="422" r:id="rId4"/>
    <p:sldId id="423" r:id="rId5"/>
    <p:sldId id="424" r:id="rId6"/>
    <p:sldId id="425" r:id="rId7"/>
    <p:sldId id="426" r:id="rId8"/>
    <p:sldId id="427" r:id="rId9"/>
    <p:sldId id="428" r:id="rId10"/>
    <p:sldId id="432" r:id="rId11"/>
    <p:sldId id="431" r:id="rId12"/>
    <p:sldId id="433" r:id="rId13"/>
    <p:sldId id="434" r:id="rId14"/>
    <p:sldId id="435" r:id="rId15"/>
    <p:sldId id="436" r:id="rId16"/>
    <p:sldId id="437" r:id="rId17"/>
    <p:sldId id="417" r:id="rId18"/>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18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autoAdjust="0"/>
  </p:normalViewPr>
  <p:slideViewPr>
    <p:cSldViewPr snapToGrid="0">
      <p:cViewPr>
        <p:scale>
          <a:sx n="100" d="100"/>
          <a:sy n="100" d="100"/>
        </p:scale>
        <p:origin x="58" y="58"/>
      </p:cViewPr>
      <p:guideLst>
        <p:guide orient="horz" pos="2160"/>
        <p:guide pos="3840"/>
      </p:guideLst>
    </p:cSldViewPr>
  </p:slideViewPr>
  <p:outlineViewPr>
    <p:cViewPr>
      <p:scale>
        <a:sx n="33" d="100"/>
        <a:sy n="33" d="100"/>
      </p:scale>
      <p:origin x="0" y="1327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534EDF-5898-7E18-EDBF-5284687AF9C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cs typeface="Arial" panose="020B0604020202020204" pitchFamily="34" charset="0"/>
              </a:defRPr>
            </a:lvl1pPr>
          </a:lstStyle>
          <a:p>
            <a:pPr>
              <a:defRPr/>
            </a:pPr>
            <a:endParaRPr lang="en-US"/>
          </a:p>
        </p:txBody>
      </p:sp>
      <p:sp>
        <p:nvSpPr>
          <p:cNvPr id="3" name="Date Placeholder 2">
            <a:extLst>
              <a:ext uri="{FF2B5EF4-FFF2-40B4-BE49-F238E27FC236}">
                <a16:creationId xmlns:a16="http://schemas.microsoft.com/office/drawing/2014/main" id="{7F8EAD77-80EA-432E-A070-2E277BA7B73B}"/>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cs typeface="Arial" panose="020B0604020202020204" pitchFamily="34" charset="0"/>
              </a:defRPr>
            </a:lvl1pPr>
          </a:lstStyle>
          <a:p>
            <a:pPr>
              <a:defRPr/>
            </a:pPr>
            <a:fld id="{94D2938D-0005-49EE-85BC-CEA7F46554B0}" type="datetimeFigureOut">
              <a:rPr lang="en-US"/>
              <a:pPr>
                <a:defRPr/>
              </a:pPr>
              <a:t>11/13/2024</a:t>
            </a:fld>
            <a:endParaRPr lang="en-US"/>
          </a:p>
        </p:txBody>
      </p:sp>
      <p:sp>
        <p:nvSpPr>
          <p:cNvPr id="4" name="Footer Placeholder 3">
            <a:extLst>
              <a:ext uri="{FF2B5EF4-FFF2-40B4-BE49-F238E27FC236}">
                <a16:creationId xmlns:a16="http://schemas.microsoft.com/office/drawing/2014/main" id="{FC57779B-FDBE-9416-561A-5AF1DD1E346E}"/>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cs typeface="Arial" panose="020B0604020202020204" pitchFamily="34" charset="0"/>
              </a:defRPr>
            </a:lvl1pPr>
          </a:lstStyle>
          <a:p>
            <a:pPr>
              <a:defRPr/>
            </a:pPr>
            <a:endParaRPr lang="en-US"/>
          </a:p>
        </p:txBody>
      </p:sp>
      <p:sp>
        <p:nvSpPr>
          <p:cNvPr id="5" name="Slide Number Placeholder 4">
            <a:extLst>
              <a:ext uri="{FF2B5EF4-FFF2-40B4-BE49-F238E27FC236}">
                <a16:creationId xmlns:a16="http://schemas.microsoft.com/office/drawing/2014/main" id="{6EB4ACF8-F056-06CC-D6D8-03F2E68CCDA9}"/>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1791BAD7-5075-44C9-93D8-412E58408FC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128FC0-416C-8474-F51C-20082522177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48B5A85-35DD-946E-AB72-997038B9759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1896234-D128-4B8E-B25D-5A7E69B07E8B}" type="datetimeFigureOut">
              <a:rPr lang="en-US"/>
              <a:pPr>
                <a:defRPr/>
              </a:pPr>
              <a:t>11/13/2024</a:t>
            </a:fld>
            <a:endParaRPr lang="en-US"/>
          </a:p>
        </p:txBody>
      </p:sp>
      <p:sp>
        <p:nvSpPr>
          <p:cNvPr id="4" name="Slide Image Placeholder 3">
            <a:extLst>
              <a:ext uri="{FF2B5EF4-FFF2-40B4-BE49-F238E27FC236}">
                <a16:creationId xmlns:a16="http://schemas.microsoft.com/office/drawing/2014/main" id="{17F91300-7AA1-2C70-93B9-AE7D69A8AFE8}"/>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258C926-30AE-DC45-38CA-23B46D29CFF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983110C-0A6E-6F9C-3717-3CB034749F3A}"/>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F4FE6662-9C75-3524-FA18-01484FF58E26}"/>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0DFBBDAE-6130-4A79-85A2-3A503B93137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0BF3AD-3A26-B264-E473-77E987B6E7B3}"/>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BE92DB35-0A0A-A238-9C25-E970A352CE3F}"/>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76AEE46E-2EDA-F252-C496-D473E82CA1AF}"/>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a:extLst>
              <a:ext uri="{FF2B5EF4-FFF2-40B4-BE49-F238E27FC236}">
                <a16:creationId xmlns:a16="http://schemas.microsoft.com/office/drawing/2014/main" id="{02AB46A9-5799-B757-1346-B94469DCE06F}"/>
              </a:ext>
            </a:extLst>
          </p:cNvPr>
          <p:cNvSpPr>
            <a:spLocks noGrp="1"/>
          </p:cNvSpPr>
          <p:nvPr>
            <p:ph type="dt" sz="half" idx="10"/>
          </p:nvPr>
        </p:nvSpPr>
        <p:spPr/>
        <p:txBody>
          <a:bodyPr/>
          <a:lstStyle>
            <a:lvl1pPr>
              <a:defRPr/>
            </a:lvl1pPr>
          </a:lstStyle>
          <a:p>
            <a:pPr>
              <a:defRPr/>
            </a:pPr>
            <a:fld id="{D30ACF51-F12F-49E2-9FB8-0E59B3F504D1}" type="datetime9">
              <a:rPr lang="en-US"/>
              <a:pPr>
                <a:defRPr/>
              </a:pPr>
              <a:t>11/13/2024 9:27:22 AM</a:t>
            </a:fld>
            <a:endParaRPr lang="en-US"/>
          </a:p>
        </p:txBody>
      </p:sp>
      <p:sp>
        <p:nvSpPr>
          <p:cNvPr id="8" name="Footer Placeholder 4">
            <a:extLst>
              <a:ext uri="{FF2B5EF4-FFF2-40B4-BE49-F238E27FC236}">
                <a16:creationId xmlns:a16="http://schemas.microsoft.com/office/drawing/2014/main" id="{D34EDB98-86DB-D9EB-272F-05D9E396EEE3}"/>
              </a:ext>
            </a:extLst>
          </p:cNvPr>
          <p:cNvSpPr>
            <a:spLocks noGrp="1"/>
          </p:cNvSpPr>
          <p:nvPr>
            <p:ph type="ftr" sz="quarter" idx="11"/>
          </p:nvPr>
        </p:nvSpPr>
        <p:spPr/>
        <p:txBody>
          <a:bodyPr/>
          <a:lstStyle>
            <a:lvl1pPr>
              <a:defRPr/>
            </a:lvl1pPr>
          </a:lstStyle>
          <a:p>
            <a:pPr>
              <a:defRPr/>
            </a:pPr>
            <a:r>
              <a:rPr lang="en-US"/>
              <a:t>&lt;Title&gt;</a:t>
            </a:r>
          </a:p>
        </p:txBody>
      </p:sp>
      <p:sp>
        <p:nvSpPr>
          <p:cNvPr id="9" name="Slide Number Placeholder 5">
            <a:extLst>
              <a:ext uri="{FF2B5EF4-FFF2-40B4-BE49-F238E27FC236}">
                <a16:creationId xmlns:a16="http://schemas.microsoft.com/office/drawing/2014/main" id="{2E60361B-B933-9593-36EA-67A58B93D3A6}"/>
              </a:ext>
            </a:extLst>
          </p:cNvPr>
          <p:cNvSpPr>
            <a:spLocks noGrp="1"/>
          </p:cNvSpPr>
          <p:nvPr>
            <p:ph type="sldNum" sz="quarter" idx="12"/>
          </p:nvPr>
        </p:nvSpPr>
        <p:spPr/>
        <p:txBody>
          <a:bodyPr/>
          <a:lstStyle>
            <a:lvl1pPr>
              <a:defRPr smtClean="0"/>
            </a:lvl1pPr>
          </a:lstStyle>
          <a:p>
            <a:pPr>
              <a:defRPr/>
            </a:pPr>
            <a:fld id="{23FF8546-287B-4D9E-B7FA-4DF08AA7D597}" type="slidenum">
              <a:rPr lang="en-US" altLang="en-US"/>
              <a:pPr>
                <a:defRPr/>
              </a:pPr>
              <a:t>‹#›</a:t>
            </a:fld>
            <a:endParaRPr lang="en-US" altLang="en-US"/>
          </a:p>
        </p:txBody>
      </p:sp>
    </p:spTree>
    <p:extLst>
      <p:ext uri="{BB962C8B-B14F-4D97-AF65-F5344CB8AC3E}">
        <p14:creationId xmlns:p14="http://schemas.microsoft.com/office/powerpoint/2010/main" val="161090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622330-A565-55C7-2ADA-514008C60445}"/>
              </a:ext>
            </a:extLst>
          </p:cNvPr>
          <p:cNvSpPr>
            <a:spLocks noGrp="1"/>
          </p:cNvSpPr>
          <p:nvPr>
            <p:ph type="dt" sz="half" idx="10"/>
          </p:nvPr>
        </p:nvSpPr>
        <p:spPr/>
        <p:txBody>
          <a:bodyPr/>
          <a:lstStyle>
            <a:lvl1pPr>
              <a:defRPr/>
            </a:lvl1pPr>
          </a:lstStyle>
          <a:p>
            <a:pPr>
              <a:defRPr/>
            </a:pPr>
            <a:fld id="{87853B5D-0646-4372-9C01-4345FFBC70C6}" type="datetime9">
              <a:rPr lang="en-US"/>
              <a:pPr>
                <a:defRPr/>
              </a:pPr>
              <a:t>11/13/2024 9:27:23 AM</a:t>
            </a:fld>
            <a:endParaRPr lang="en-US"/>
          </a:p>
        </p:txBody>
      </p:sp>
      <p:sp>
        <p:nvSpPr>
          <p:cNvPr id="5" name="Footer Placeholder 4">
            <a:extLst>
              <a:ext uri="{FF2B5EF4-FFF2-40B4-BE49-F238E27FC236}">
                <a16:creationId xmlns:a16="http://schemas.microsoft.com/office/drawing/2014/main" id="{7AAFC27D-0902-5168-9EE2-50A78A2A3BCC}"/>
              </a:ext>
            </a:extLst>
          </p:cNvPr>
          <p:cNvSpPr>
            <a:spLocks noGrp="1"/>
          </p:cNvSpPr>
          <p:nvPr>
            <p:ph type="ftr" sz="quarter" idx="11"/>
          </p:nvPr>
        </p:nvSpPr>
        <p:spPr/>
        <p:txBody>
          <a:bodyPr/>
          <a:lstStyle>
            <a:lvl1pPr>
              <a:defRPr/>
            </a:lvl1pPr>
          </a:lstStyle>
          <a:p>
            <a:pPr>
              <a:defRPr/>
            </a:pPr>
            <a:r>
              <a:rPr lang="en-US"/>
              <a:t>&lt;Title&gt;</a:t>
            </a:r>
          </a:p>
        </p:txBody>
      </p:sp>
      <p:sp>
        <p:nvSpPr>
          <p:cNvPr id="6" name="Slide Number Placeholder 5">
            <a:extLst>
              <a:ext uri="{FF2B5EF4-FFF2-40B4-BE49-F238E27FC236}">
                <a16:creationId xmlns:a16="http://schemas.microsoft.com/office/drawing/2014/main" id="{CD31A827-E77C-2248-2210-BC6BE6076815}"/>
              </a:ext>
            </a:extLst>
          </p:cNvPr>
          <p:cNvSpPr>
            <a:spLocks noGrp="1"/>
          </p:cNvSpPr>
          <p:nvPr>
            <p:ph type="sldNum" sz="quarter" idx="12"/>
          </p:nvPr>
        </p:nvSpPr>
        <p:spPr/>
        <p:txBody>
          <a:bodyPr/>
          <a:lstStyle>
            <a:lvl1pPr>
              <a:defRPr/>
            </a:lvl1pPr>
          </a:lstStyle>
          <a:p>
            <a:pPr>
              <a:defRPr/>
            </a:pPr>
            <a:fld id="{097BD15B-8D6A-4B80-958E-12AD9EC4BA69}" type="slidenum">
              <a:rPr lang="en-US" altLang="en-US"/>
              <a:pPr>
                <a:defRPr/>
              </a:pPr>
              <a:t>‹#›</a:t>
            </a:fld>
            <a:endParaRPr lang="en-US" altLang="en-US"/>
          </a:p>
        </p:txBody>
      </p:sp>
    </p:spTree>
    <p:extLst>
      <p:ext uri="{BB962C8B-B14F-4D97-AF65-F5344CB8AC3E}">
        <p14:creationId xmlns:p14="http://schemas.microsoft.com/office/powerpoint/2010/main" val="1099143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2F7767-0742-9E73-4720-86B8A88D228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C85B5329-9F96-31D5-8158-B518A7A629B2}"/>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7E3BABCF-784A-4BBF-1069-68FA61F8EFF7}"/>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642010C2-9001-117C-9EE6-26F97A9BF080}"/>
              </a:ext>
            </a:extLst>
          </p:cNvPr>
          <p:cNvSpPr>
            <a:spLocks noGrp="1"/>
          </p:cNvSpPr>
          <p:nvPr>
            <p:ph type="dt" sz="half" idx="10"/>
          </p:nvPr>
        </p:nvSpPr>
        <p:spPr/>
        <p:txBody>
          <a:bodyPr/>
          <a:lstStyle>
            <a:lvl1pPr>
              <a:defRPr/>
            </a:lvl1pPr>
          </a:lstStyle>
          <a:p>
            <a:pPr>
              <a:defRPr/>
            </a:pPr>
            <a:fld id="{655F1246-1636-4257-B5DF-5E7BE2028647}" type="datetime9">
              <a:rPr lang="en-US"/>
              <a:pPr>
                <a:defRPr/>
              </a:pPr>
              <a:t>11/13/2024 9:27:23 AM</a:t>
            </a:fld>
            <a:endParaRPr lang="en-US"/>
          </a:p>
        </p:txBody>
      </p:sp>
      <p:sp>
        <p:nvSpPr>
          <p:cNvPr id="8" name="Footer Placeholder 4">
            <a:extLst>
              <a:ext uri="{FF2B5EF4-FFF2-40B4-BE49-F238E27FC236}">
                <a16:creationId xmlns:a16="http://schemas.microsoft.com/office/drawing/2014/main" id="{CEC116C4-DF5E-AD97-3615-73EF8C3F82FB}"/>
              </a:ext>
            </a:extLst>
          </p:cNvPr>
          <p:cNvSpPr>
            <a:spLocks noGrp="1"/>
          </p:cNvSpPr>
          <p:nvPr>
            <p:ph type="ftr" sz="quarter" idx="11"/>
          </p:nvPr>
        </p:nvSpPr>
        <p:spPr/>
        <p:txBody>
          <a:bodyPr/>
          <a:lstStyle>
            <a:lvl1pPr>
              <a:defRPr/>
            </a:lvl1pPr>
          </a:lstStyle>
          <a:p>
            <a:pPr>
              <a:defRPr/>
            </a:pPr>
            <a:r>
              <a:rPr lang="en-US"/>
              <a:t>&lt;Title&gt;</a:t>
            </a:r>
          </a:p>
        </p:txBody>
      </p:sp>
      <p:sp>
        <p:nvSpPr>
          <p:cNvPr id="9" name="Slide Number Placeholder 5">
            <a:extLst>
              <a:ext uri="{FF2B5EF4-FFF2-40B4-BE49-F238E27FC236}">
                <a16:creationId xmlns:a16="http://schemas.microsoft.com/office/drawing/2014/main" id="{15F51790-AF03-1570-448D-3A58FDCF11CF}"/>
              </a:ext>
            </a:extLst>
          </p:cNvPr>
          <p:cNvSpPr>
            <a:spLocks noGrp="1"/>
          </p:cNvSpPr>
          <p:nvPr>
            <p:ph type="sldNum" sz="quarter" idx="12"/>
          </p:nvPr>
        </p:nvSpPr>
        <p:spPr/>
        <p:txBody>
          <a:bodyPr/>
          <a:lstStyle>
            <a:lvl1pPr>
              <a:defRPr smtClean="0"/>
            </a:lvl1pPr>
          </a:lstStyle>
          <a:p>
            <a:pPr>
              <a:defRPr/>
            </a:pPr>
            <a:fld id="{3156ECC1-D208-4629-A985-9A86AE17CA63}" type="slidenum">
              <a:rPr lang="en-US" altLang="en-US"/>
              <a:pPr>
                <a:defRPr/>
              </a:pPr>
              <a:t>‹#›</a:t>
            </a:fld>
            <a:endParaRPr lang="en-US" altLang="en-US"/>
          </a:p>
        </p:txBody>
      </p:sp>
    </p:spTree>
    <p:extLst>
      <p:ext uri="{BB962C8B-B14F-4D97-AF65-F5344CB8AC3E}">
        <p14:creationId xmlns:p14="http://schemas.microsoft.com/office/powerpoint/2010/main" val="3741754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40F77555-C010-F260-4C95-0616500C69CD}"/>
              </a:ext>
            </a:extLst>
          </p:cNvPr>
          <p:cNvSpPr>
            <a:spLocks noGrp="1"/>
          </p:cNvSpPr>
          <p:nvPr>
            <p:ph type="dt" sz="half" idx="10"/>
          </p:nvPr>
        </p:nvSpPr>
        <p:spPr/>
        <p:txBody>
          <a:bodyPr/>
          <a:lstStyle>
            <a:lvl1pPr>
              <a:defRPr/>
            </a:lvl1pPr>
          </a:lstStyle>
          <a:p>
            <a:pPr>
              <a:defRPr/>
            </a:pPr>
            <a:fld id="{1972780C-DC7D-4025-9C54-60B3585C7D7E}" type="datetime9">
              <a:rPr lang="en-US"/>
              <a:pPr>
                <a:defRPr/>
              </a:pPr>
              <a:t>11/13/2024 9:27:23 AM</a:t>
            </a:fld>
            <a:endParaRPr lang="en-US"/>
          </a:p>
        </p:txBody>
      </p:sp>
      <p:sp>
        <p:nvSpPr>
          <p:cNvPr id="5" name="Footer Placeholder 4">
            <a:extLst>
              <a:ext uri="{FF2B5EF4-FFF2-40B4-BE49-F238E27FC236}">
                <a16:creationId xmlns:a16="http://schemas.microsoft.com/office/drawing/2014/main" id="{A020A86E-4174-D7DA-A2E1-A9BFF27D8FF4}"/>
              </a:ext>
            </a:extLst>
          </p:cNvPr>
          <p:cNvSpPr>
            <a:spLocks noGrp="1"/>
          </p:cNvSpPr>
          <p:nvPr>
            <p:ph type="ftr" sz="quarter" idx="11"/>
          </p:nvPr>
        </p:nvSpPr>
        <p:spPr/>
        <p:txBody>
          <a:bodyPr/>
          <a:lstStyle>
            <a:lvl1pPr>
              <a:defRPr/>
            </a:lvl1pPr>
          </a:lstStyle>
          <a:p>
            <a:pPr>
              <a:defRPr/>
            </a:pPr>
            <a:r>
              <a:rPr lang="en-US"/>
              <a:t>&lt;Title&gt;</a:t>
            </a:r>
          </a:p>
        </p:txBody>
      </p:sp>
      <p:sp>
        <p:nvSpPr>
          <p:cNvPr id="6" name="Slide Number Placeholder 5">
            <a:extLst>
              <a:ext uri="{FF2B5EF4-FFF2-40B4-BE49-F238E27FC236}">
                <a16:creationId xmlns:a16="http://schemas.microsoft.com/office/drawing/2014/main" id="{2253CD09-A6E5-4E38-2E6E-A45EC0E71D53}"/>
              </a:ext>
            </a:extLst>
          </p:cNvPr>
          <p:cNvSpPr>
            <a:spLocks noGrp="1"/>
          </p:cNvSpPr>
          <p:nvPr>
            <p:ph type="sldNum" sz="quarter" idx="12"/>
          </p:nvPr>
        </p:nvSpPr>
        <p:spPr/>
        <p:txBody>
          <a:bodyPr/>
          <a:lstStyle>
            <a:lvl1pPr>
              <a:defRPr/>
            </a:lvl1pPr>
          </a:lstStyle>
          <a:p>
            <a:pPr>
              <a:defRPr/>
            </a:pPr>
            <a:fld id="{BD14AC79-8A81-4058-A19F-B6602A46B84E}" type="slidenum">
              <a:rPr lang="en-US" altLang="en-US"/>
              <a:pPr>
                <a:defRPr/>
              </a:pPr>
              <a:t>‹#›</a:t>
            </a:fld>
            <a:endParaRPr lang="en-US" altLang="en-US"/>
          </a:p>
        </p:txBody>
      </p:sp>
    </p:spTree>
    <p:extLst>
      <p:ext uri="{BB962C8B-B14F-4D97-AF65-F5344CB8AC3E}">
        <p14:creationId xmlns:p14="http://schemas.microsoft.com/office/powerpoint/2010/main" val="1749604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FA26FD8F-8F82-AE20-6705-7DFF0802558F}"/>
              </a:ext>
            </a:extLst>
          </p:cNvPr>
          <p:cNvSpPr>
            <a:spLocks noGrp="1"/>
          </p:cNvSpPr>
          <p:nvPr>
            <p:ph type="dt" sz="half" idx="10"/>
          </p:nvPr>
        </p:nvSpPr>
        <p:spPr/>
        <p:txBody>
          <a:bodyPr/>
          <a:lstStyle>
            <a:lvl1pPr>
              <a:defRPr/>
            </a:lvl1pPr>
          </a:lstStyle>
          <a:p>
            <a:pPr>
              <a:defRPr/>
            </a:pPr>
            <a:fld id="{1354F508-CC8B-48CE-A768-C5EFBAB9A24C}" type="datetime9">
              <a:rPr lang="en-US"/>
              <a:pPr>
                <a:defRPr/>
              </a:pPr>
              <a:t>11/13/2024 9:27:23 AM</a:t>
            </a:fld>
            <a:endParaRPr lang="en-US"/>
          </a:p>
        </p:txBody>
      </p:sp>
      <p:sp>
        <p:nvSpPr>
          <p:cNvPr id="7" name="Footer Placeholder 4">
            <a:extLst>
              <a:ext uri="{FF2B5EF4-FFF2-40B4-BE49-F238E27FC236}">
                <a16:creationId xmlns:a16="http://schemas.microsoft.com/office/drawing/2014/main" id="{04B556FC-87F4-6C81-CA28-FB1D07649C82}"/>
              </a:ext>
            </a:extLst>
          </p:cNvPr>
          <p:cNvSpPr>
            <a:spLocks noGrp="1"/>
          </p:cNvSpPr>
          <p:nvPr>
            <p:ph type="ftr" sz="quarter" idx="11"/>
          </p:nvPr>
        </p:nvSpPr>
        <p:spPr/>
        <p:txBody>
          <a:bodyPr/>
          <a:lstStyle>
            <a:lvl1pPr>
              <a:defRPr/>
            </a:lvl1pPr>
          </a:lstStyle>
          <a:p>
            <a:pPr>
              <a:defRPr/>
            </a:pPr>
            <a:r>
              <a:rPr lang="en-US"/>
              <a:t>&lt;Title&gt;</a:t>
            </a:r>
          </a:p>
        </p:txBody>
      </p:sp>
      <p:sp>
        <p:nvSpPr>
          <p:cNvPr id="8" name="Slide Number Placeholder 5">
            <a:extLst>
              <a:ext uri="{FF2B5EF4-FFF2-40B4-BE49-F238E27FC236}">
                <a16:creationId xmlns:a16="http://schemas.microsoft.com/office/drawing/2014/main" id="{7F81B980-F249-F839-DB51-B97B557A7B6C}"/>
              </a:ext>
            </a:extLst>
          </p:cNvPr>
          <p:cNvSpPr>
            <a:spLocks noGrp="1"/>
          </p:cNvSpPr>
          <p:nvPr>
            <p:ph type="sldNum" sz="quarter" idx="12"/>
          </p:nvPr>
        </p:nvSpPr>
        <p:spPr/>
        <p:txBody>
          <a:bodyPr/>
          <a:lstStyle>
            <a:lvl1pPr>
              <a:defRPr/>
            </a:lvl1pPr>
          </a:lstStyle>
          <a:p>
            <a:pPr>
              <a:defRPr/>
            </a:pPr>
            <a:fld id="{08422D06-CAEC-4B6B-8DA9-953E64C59A69}" type="slidenum">
              <a:rPr lang="en-US" altLang="en-US"/>
              <a:pPr>
                <a:defRPr/>
              </a:pPr>
              <a:t>‹#›</a:t>
            </a:fld>
            <a:endParaRPr lang="en-US" altLang="en-US"/>
          </a:p>
        </p:txBody>
      </p:sp>
    </p:spTree>
    <p:extLst>
      <p:ext uri="{BB962C8B-B14F-4D97-AF65-F5344CB8AC3E}">
        <p14:creationId xmlns:p14="http://schemas.microsoft.com/office/powerpoint/2010/main" val="1269987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218FAE5D-8B0E-25BC-2246-AC4434644392}"/>
              </a:ext>
            </a:extLst>
          </p:cNvPr>
          <p:cNvSpPr>
            <a:spLocks noGrp="1"/>
          </p:cNvSpPr>
          <p:nvPr>
            <p:ph type="dt" sz="half" idx="10"/>
          </p:nvPr>
        </p:nvSpPr>
        <p:spPr/>
        <p:txBody>
          <a:bodyPr/>
          <a:lstStyle>
            <a:lvl1pPr>
              <a:defRPr/>
            </a:lvl1pPr>
          </a:lstStyle>
          <a:p>
            <a:pPr>
              <a:defRPr/>
            </a:pPr>
            <a:fld id="{F56F22E1-0EB5-45F0-9567-64B115768974}" type="datetime9">
              <a:rPr lang="en-US"/>
              <a:pPr>
                <a:defRPr/>
              </a:pPr>
              <a:t>11/13/2024 9:27:23 AM</a:t>
            </a:fld>
            <a:endParaRPr lang="en-US"/>
          </a:p>
        </p:txBody>
      </p:sp>
      <p:sp>
        <p:nvSpPr>
          <p:cNvPr id="4" name="Footer Placeholder 4">
            <a:extLst>
              <a:ext uri="{FF2B5EF4-FFF2-40B4-BE49-F238E27FC236}">
                <a16:creationId xmlns:a16="http://schemas.microsoft.com/office/drawing/2014/main" id="{95BE15C2-1A66-B63A-4476-24FB1A5F5291}"/>
              </a:ext>
            </a:extLst>
          </p:cNvPr>
          <p:cNvSpPr>
            <a:spLocks noGrp="1"/>
          </p:cNvSpPr>
          <p:nvPr>
            <p:ph type="ftr" sz="quarter" idx="11"/>
          </p:nvPr>
        </p:nvSpPr>
        <p:spPr/>
        <p:txBody>
          <a:bodyPr/>
          <a:lstStyle>
            <a:lvl1pPr>
              <a:defRPr/>
            </a:lvl1pPr>
          </a:lstStyle>
          <a:p>
            <a:pPr>
              <a:defRPr/>
            </a:pPr>
            <a:r>
              <a:rPr lang="en-US"/>
              <a:t>&lt;Title&gt;</a:t>
            </a:r>
          </a:p>
        </p:txBody>
      </p:sp>
      <p:sp>
        <p:nvSpPr>
          <p:cNvPr id="5" name="Slide Number Placeholder 5">
            <a:extLst>
              <a:ext uri="{FF2B5EF4-FFF2-40B4-BE49-F238E27FC236}">
                <a16:creationId xmlns:a16="http://schemas.microsoft.com/office/drawing/2014/main" id="{8E39BD44-94CA-C952-6E89-FB9C15F0AA04}"/>
              </a:ext>
            </a:extLst>
          </p:cNvPr>
          <p:cNvSpPr>
            <a:spLocks noGrp="1"/>
          </p:cNvSpPr>
          <p:nvPr>
            <p:ph type="sldNum" sz="quarter" idx="12"/>
          </p:nvPr>
        </p:nvSpPr>
        <p:spPr/>
        <p:txBody>
          <a:bodyPr/>
          <a:lstStyle>
            <a:lvl1pPr>
              <a:defRPr/>
            </a:lvl1pPr>
          </a:lstStyle>
          <a:p>
            <a:pPr>
              <a:defRPr/>
            </a:pPr>
            <a:fld id="{C11935A3-F4A3-4134-9303-4173E68AB5D6}" type="slidenum">
              <a:rPr lang="en-US" altLang="en-US"/>
              <a:pPr>
                <a:defRPr/>
              </a:pPr>
              <a:t>‹#›</a:t>
            </a:fld>
            <a:endParaRPr lang="en-US" altLang="en-US"/>
          </a:p>
        </p:txBody>
      </p:sp>
    </p:spTree>
    <p:extLst>
      <p:ext uri="{BB962C8B-B14F-4D97-AF65-F5344CB8AC3E}">
        <p14:creationId xmlns:p14="http://schemas.microsoft.com/office/powerpoint/2010/main" val="415569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083A0C-E6B0-9A22-0290-05FB0C325912}"/>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217B42C9-9ABD-AEEF-18FC-677318C06415}"/>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8430F7B8-E904-513E-93FA-EE9C04F851CC}"/>
              </a:ext>
            </a:extLst>
          </p:cNvPr>
          <p:cNvSpPr>
            <a:spLocks noGrp="1"/>
          </p:cNvSpPr>
          <p:nvPr>
            <p:ph type="dt" sz="half" idx="10"/>
          </p:nvPr>
        </p:nvSpPr>
        <p:spPr/>
        <p:txBody>
          <a:bodyPr/>
          <a:lstStyle>
            <a:lvl1pPr>
              <a:defRPr/>
            </a:lvl1pPr>
          </a:lstStyle>
          <a:p>
            <a:pPr>
              <a:defRPr/>
            </a:pPr>
            <a:fld id="{22769DBE-F16D-4D8D-9503-60FED7706E74}" type="datetime9">
              <a:rPr lang="en-US"/>
              <a:pPr>
                <a:defRPr/>
              </a:pPr>
              <a:t>11/13/2024 9:27:23 AM</a:t>
            </a:fld>
            <a:endParaRPr lang="en-US"/>
          </a:p>
        </p:txBody>
      </p:sp>
      <p:sp>
        <p:nvSpPr>
          <p:cNvPr id="5" name="Footer Placeholder 7">
            <a:extLst>
              <a:ext uri="{FF2B5EF4-FFF2-40B4-BE49-F238E27FC236}">
                <a16:creationId xmlns:a16="http://schemas.microsoft.com/office/drawing/2014/main" id="{4A6DCBD5-2A9C-D8C4-C6EB-933CD8385410}"/>
              </a:ext>
            </a:extLst>
          </p:cNvPr>
          <p:cNvSpPr>
            <a:spLocks noGrp="1"/>
          </p:cNvSpPr>
          <p:nvPr>
            <p:ph type="ftr" sz="quarter" idx="11"/>
          </p:nvPr>
        </p:nvSpPr>
        <p:spPr/>
        <p:txBody>
          <a:bodyPr/>
          <a:lstStyle>
            <a:lvl1pPr>
              <a:defRPr>
                <a:solidFill>
                  <a:srgbClr val="FFFFFF"/>
                </a:solidFill>
              </a:defRPr>
            </a:lvl1pPr>
          </a:lstStyle>
          <a:p>
            <a:pPr>
              <a:defRPr/>
            </a:pPr>
            <a:r>
              <a:rPr lang="en-US"/>
              <a:t>&lt;Title&gt;</a:t>
            </a:r>
          </a:p>
        </p:txBody>
      </p:sp>
      <p:sp>
        <p:nvSpPr>
          <p:cNvPr id="6" name="Slide Number Placeholder 8">
            <a:extLst>
              <a:ext uri="{FF2B5EF4-FFF2-40B4-BE49-F238E27FC236}">
                <a16:creationId xmlns:a16="http://schemas.microsoft.com/office/drawing/2014/main" id="{84A4EE0D-BBF6-D90C-50E9-974724CFD63E}"/>
              </a:ext>
            </a:extLst>
          </p:cNvPr>
          <p:cNvSpPr>
            <a:spLocks noGrp="1"/>
          </p:cNvSpPr>
          <p:nvPr>
            <p:ph type="sldNum" sz="quarter" idx="12"/>
          </p:nvPr>
        </p:nvSpPr>
        <p:spPr/>
        <p:txBody>
          <a:bodyPr/>
          <a:lstStyle>
            <a:lvl1pPr>
              <a:defRPr smtClean="0"/>
            </a:lvl1pPr>
          </a:lstStyle>
          <a:p>
            <a:pPr>
              <a:defRPr/>
            </a:pPr>
            <a:fld id="{36CF5124-8A8E-461B-8D17-65E1DC6D7605}" type="slidenum">
              <a:rPr lang="en-US" altLang="en-US"/>
              <a:pPr>
                <a:defRPr/>
              </a:pPr>
              <a:t>‹#›</a:t>
            </a:fld>
            <a:endParaRPr lang="en-US" altLang="en-US"/>
          </a:p>
        </p:txBody>
      </p:sp>
    </p:spTree>
    <p:extLst>
      <p:ext uri="{BB962C8B-B14F-4D97-AF65-F5344CB8AC3E}">
        <p14:creationId xmlns:p14="http://schemas.microsoft.com/office/powerpoint/2010/main" val="2888868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2B14FA-BC33-D771-5677-58255C55AE7F}"/>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67DC1394-4FCF-1CCD-3577-946064E4BD8C}"/>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a:extLst>
              <a:ext uri="{FF2B5EF4-FFF2-40B4-BE49-F238E27FC236}">
                <a16:creationId xmlns:a16="http://schemas.microsoft.com/office/drawing/2014/main" id="{4A6977B5-7CB0-360B-2332-A24272D66949}"/>
              </a:ext>
            </a:extLst>
          </p:cNvPr>
          <p:cNvSpPr>
            <a:spLocks noGrp="1"/>
          </p:cNvSpPr>
          <p:nvPr>
            <p:ph type="dt" sz="half" idx="10"/>
          </p:nvPr>
        </p:nvSpPr>
        <p:spPr>
          <a:xfrm>
            <a:off x="465138" y="6459538"/>
            <a:ext cx="2619375" cy="365125"/>
          </a:xfrm>
        </p:spPr>
        <p:txBody>
          <a:bodyPr/>
          <a:lstStyle>
            <a:lvl1pPr algn="l">
              <a:defRPr/>
            </a:lvl1pPr>
          </a:lstStyle>
          <a:p>
            <a:pPr>
              <a:defRPr/>
            </a:pPr>
            <a:fld id="{B2F7EB58-F12E-4FDF-82A8-F852860952C0}" type="datetime9">
              <a:rPr lang="en-US"/>
              <a:pPr>
                <a:defRPr/>
              </a:pPr>
              <a:t>11/13/2024 9:27:23 AM</a:t>
            </a:fld>
            <a:endParaRPr lang="en-US"/>
          </a:p>
        </p:txBody>
      </p:sp>
      <p:sp>
        <p:nvSpPr>
          <p:cNvPr id="8" name="Footer Placeholder 5">
            <a:extLst>
              <a:ext uri="{FF2B5EF4-FFF2-40B4-BE49-F238E27FC236}">
                <a16:creationId xmlns:a16="http://schemas.microsoft.com/office/drawing/2014/main" id="{6731613F-0D11-436A-2BAC-9F23C06C3A47}"/>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r>
              <a:rPr lang="en-US"/>
              <a:t>&lt;Title&gt;</a:t>
            </a:r>
          </a:p>
        </p:txBody>
      </p:sp>
      <p:sp>
        <p:nvSpPr>
          <p:cNvPr id="9" name="Slide Number Placeholder 6">
            <a:extLst>
              <a:ext uri="{FF2B5EF4-FFF2-40B4-BE49-F238E27FC236}">
                <a16:creationId xmlns:a16="http://schemas.microsoft.com/office/drawing/2014/main" id="{4E89A70D-1656-96C3-2BAC-39F52BE92A3A}"/>
              </a:ext>
            </a:extLst>
          </p:cNvPr>
          <p:cNvSpPr>
            <a:spLocks noGrp="1"/>
          </p:cNvSpPr>
          <p:nvPr>
            <p:ph type="sldNum" sz="quarter" idx="12"/>
          </p:nvPr>
        </p:nvSpPr>
        <p:spPr/>
        <p:txBody>
          <a:bodyPr/>
          <a:lstStyle>
            <a:lvl1pPr>
              <a:defRPr smtClean="0">
                <a:solidFill>
                  <a:schemeClr val="tx2"/>
                </a:solidFill>
              </a:defRPr>
            </a:lvl1pPr>
          </a:lstStyle>
          <a:p>
            <a:pPr>
              <a:defRPr/>
            </a:pPr>
            <a:fld id="{2AA1146C-A2BA-4EA6-8054-6C9452B431E2}" type="slidenum">
              <a:rPr lang="en-US" altLang="en-US"/>
              <a:pPr>
                <a:defRPr/>
              </a:pPr>
              <a:t>‹#›</a:t>
            </a:fld>
            <a:endParaRPr lang="en-US" altLang="en-US"/>
          </a:p>
        </p:txBody>
      </p:sp>
    </p:spTree>
    <p:extLst>
      <p:ext uri="{BB962C8B-B14F-4D97-AF65-F5344CB8AC3E}">
        <p14:creationId xmlns:p14="http://schemas.microsoft.com/office/powerpoint/2010/main" val="3479529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39AAF2-8A96-438A-025D-0D2E2F170852}"/>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004BA604-9B72-C032-4D59-68CC930B9AF3}"/>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a:extLst>
              <a:ext uri="{FF2B5EF4-FFF2-40B4-BE49-F238E27FC236}">
                <a16:creationId xmlns:a16="http://schemas.microsoft.com/office/drawing/2014/main" id="{316D5770-CB24-AB78-0EB1-5150D0AFD37C}"/>
              </a:ext>
            </a:extLst>
          </p:cNvPr>
          <p:cNvSpPr>
            <a:spLocks noGrp="1"/>
          </p:cNvSpPr>
          <p:nvPr>
            <p:ph type="dt" sz="half" idx="10"/>
          </p:nvPr>
        </p:nvSpPr>
        <p:spPr/>
        <p:txBody>
          <a:bodyPr/>
          <a:lstStyle>
            <a:lvl1pPr>
              <a:defRPr/>
            </a:lvl1pPr>
          </a:lstStyle>
          <a:p>
            <a:pPr>
              <a:defRPr/>
            </a:pPr>
            <a:fld id="{243C5A5D-FAF6-46E8-88E3-DFD7522960F0}" type="datetime9">
              <a:rPr lang="en-US"/>
              <a:pPr>
                <a:defRPr/>
              </a:pPr>
              <a:t>11/13/2024 9:27:23 AM</a:t>
            </a:fld>
            <a:endParaRPr lang="en-US"/>
          </a:p>
        </p:txBody>
      </p:sp>
      <p:sp>
        <p:nvSpPr>
          <p:cNvPr id="8" name="Footer Placeholder 5">
            <a:extLst>
              <a:ext uri="{FF2B5EF4-FFF2-40B4-BE49-F238E27FC236}">
                <a16:creationId xmlns:a16="http://schemas.microsoft.com/office/drawing/2014/main" id="{3A8AFCC7-6F39-49F5-58A7-B4B96FB437FA}"/>
              </a:ext>
            </a:extLst>
          </p:cNvPr>
          <p:cNvSpPr>
            <a:spLocks noGrp="1"/>
          </p:cNvSpPr>
          <p:nvPr>
            <p:ph type="ftr" sz="quarter" idx="11"/>
          </p:nvPr>
        </p:nvSpPr>
        <p:spPr/>
        <p:txBody>
          <a:bodyPr/>
          <a:lstStyle>
            <a:lvl1pPr>
              <a:defRPr/>
            </a:lvl1pPr>
          </a:lstStyle>
          <a:p>
            <a:pPr>
              <a:defRPr/>
            </a:pPr>
            <a:r>
              <a:rPr lang="en-US"/>
              <a:t>&lt;Title&gt;</a:t>
            </a:r>
          </a:p>
        </p:txBody>
      </p:sp>
      <p:sp>
        <p:nvSpPr>
          <p:cNvPr id="9" name="Slide Number Placeholder 6">
            <a:extLst>
              <a:ext uri="{FF2B5EF4-FFF2-40B4-BE49-F238E27FC236}">
                <a16:creationId xmlns:a16="http://schemas.microsoft.com/office/drawing/2014/main" id="{3D628E9C-7ADE-0D1C-092C-460F7EB61809}"/>
              </a:ext>
            </a:extLst>
          </p:cNvPr>
          <p:cNvSpPr>
            <a:spLocks noGrp="1"/>
          </p:cNvSpPr>
          <p:nvPr>
            <p:ph type="sldNum" sz="quarter" idx="12"/>
          </p:nvPr>
        </p:nvSpPr>
        <p:spPr/>
        <p:txBody>
          <a:bodyPr/>
          <a:lstStyle>
            <a:lvl1pPr>
              <a:defRPr smtClean="0"/>
            </a:lvl1pPr>
          </a:lstStyle>
          <a:p>
            <a:pPr>
              <a:defRPr/>
            </a:pPr>
            <a:fld id="{DAD9EE00-052B-47F9-A275-E0C8FE969649}" type="slidenum">
              <a:rPr lang="en-US" altLang="en-US"/>
              <a:pPr>
                <a:defRPr/>
              </a:pPr>
              <a:t>‹#›</a:t>
            </a:fld>
            <a:endParaRPr lang="en-US" altLang="en-US"/>
          </a:p>
        </p:txBody>
      </p:sp>
    </p:spTree>
    <p:extLst>
      <p:ext uri="{BB962C8B-B14F-4D97-AF65-F5344CB8AC3E}">
        <p14:creationId xmlns:p14="http://schemas.microsoft.com/office/powerpoint/2010/main" val="3889869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04148B-8B7A-1C93-04CD-BE9C59499B7B}"/>
              </a:ext>
            </a:extLst>
          </p:cNvPr>
          <p:cNvSpPr>
            <a:spLocks noGrp="1"/>
          </p:cNvSpPr>
          <p:nvPr>
            <p:ph type="dt" sz="half" idx="10"/>
          </p:nvPr>
        </p:nvSpPr>
        <p:spPr/>
        <p:txBody>
          <a:bodyPr/>
          <a:lstStyle>
            <a:lvl1pPr>
              <a:defRPr/>
            </a:lvl1pPr>
          </a:lstStyle>
          <a:p>
            <a:pPr>
              <a:defRPr/>
            </a:pPr>
            <a:fld id="{33165715-32EE-4341-BA95-4DB60E38905C}" type="datetime9">
              <a:rPr lang="en-US"/>
              <a:pPr>
                <a:defRPr/>
              </a:pPr>
              <a:t>11/13/2024 9:27:23 AM</a:t>
            </a:fld>
            <a:endParaRPr lang="en-US"/>
          </a:p>
        </p:txBody>
      </p:sp>
      <p:sp>
        <p:nvSpPr>
          <p:cNvPr id="5" name="Footer Placeholder 4">
            <a:extLst>
              <a:ext uri="{FF2B5EF4-FFF2-40B4-BE49-F238E27FC236}">
                <a16:creationId xmlns:a16="http://schemas.microsoft.com/office/drawing/2014/main" id="{9228D40A-233D-8114-FC6E-38BFAD2097BF}"/>
              </a:ext>
            </a:extLst>
          </p:cNvPr>
          <p:cNvSpPr>
            <a:spLocks noGrp="1"/>
          </p:cNvSpPr>
          <p:nvPr>
            <p:ph type="ftr" sz="quarter" idx="11"/>
          </p:nvPr>
        </p:nvSpPr>
        <p:spPr/>
        <p:txBody>
          <a:bodyPr/>
          <a:lstStyle>
            <a:lvl1pPr>
              <a:defRPr/>
            </a:lvl1pPr>
          </a:lstStyle>
          <a:p>
            <a:pPr>
              <a:defRPr/>
            </a:pPr>
            <a:r>
              <a:rPr lang="en-US"/>
              <a:t>&lt;Title&gt;</a:t>
            </a:r>
          </a:p>
        </p:txBody>
      </p:sp>
      <p:sp>
        <p:nvSpPr>
          <p:cNvPr id="6" name="Slide Number Placeholder 5">
            <a:extLst>
              <a:ext uri="{FF2B5EF4-FFF2-40B4-BE49-F238E27FC236}">
                <a16:creationId xmlns:a16="http://schemas.microsoft.com/office/drawing/2014/main" id="{CA2722F4-74F6-E7D6-3B89-C66EE62D2939}"/>
              </a:ext>
            </a:extLst>
          </p:cNvPr>
          <p:cNvSpPr>
            <a:spLocks noGrp="1"/>
          </p:cNvSpPr>
          <p:nvPr>
            <p:ph type="sldNum" sz="quarter" idx="12"/>
          </p:nvPr>
        </p:nvSpPr>
        <p:spPr/>
        <p:txBody>
          <a:bodyPr/>
          <a:lstStyle>
            <a:lvl1pPr>
              <a:defRPr/>
            </a:lvl1pPr>
          </a:lstStyle>
          <a:p>
            <a:pPr>
              <a:defRPr/>
            </a:pPr>
            <a:fld id="{E37F3818-7A97-4060-8156-5BB32B2E703A}" type="slidenum">
              <a:rPr lang="en-US" altLang="en-US"/>
              <a:pPr>
                <a:defRPr/>
              </a:pPr>
              <a:t>‹#›</a:t>
            </a:fld>
            <a:endParaRPr lang="en-US" altLang="en-US"/>
          </a:p>
        </p:txBody>
      </p:sp>
    </p:spTree>
    <p:extLst>
      <p:ext uri="{BB962C8B-B14F-4D97-AF65-F5344CB8AC3E}">
        <p14:creationId xmlns:p14="http://schemas.microsoft.com/office/powerpoint/2010/main" val="174965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7E78F8-416D-E3AE-BBCB-9F9921D6D367}"/>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601DD1D6-3868-5FE8-4C20-9E1985D615AF}"/>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6E5D6353-07D3-3857-E059-231D1C567622}"/>
              </a:ext>
            </a:extLst>
          </p:cNvPr>
          <p:cNvSpPr>
            <a:spLocks noGrp="1"/>
          </p:cNvSpPr>
          <p:nvPr>
            <p:ph type="dt" sz="half" idx="10"/>
          </p:nvPr>
        </p:nvSpPr>
        <p:spPr/>
        <p:txBody>
          <a:bodyPr/>
          <a:lstStyle>
            <a:lvl1pPr>
              <a:defRPr/>
            </a:lvl1pPr>
          </a:lstStyle>
          <a:p>
            <a:pPr>
              <a:defRPr/>
            </a:pPr>
            <a:fld id="{8AF1C1FC-29A0-4726-8C7F-28253DC0FA24}" type="datetime9">
              <a:rPr lang="en-US"/>
              <a:pPr>
                <a:defRPr/>
              </a:pPr>
              <a:t>11/13/2024 9:27:23 AM</a:t>
            </a:fld>
            <a:endParaRPr lang="en-US"/>
          </a:p>
        </p:txBody>
      </p:sp>
      <p:sp>
        <p:nvSpPr>
          <p:cNvPr id="7" name="Footer Placeholder 4">
            <a:extLst>
              <a:ext uri="{FF2B5EF4-FFF2-40B4-BE49-F238E27FC236}">
                <a16:creationId xmlns:a16="http://schemas.microsoft.com/office/drawing/2014/main" id="{49B4CFF7-BE2C-0E33-2952-43DE0067C31E}"/>
              </a:ext>
            </a:extLst>
          </p:cNvPr>
          <p:cNvSpPr>
            <a:spLocks noGrp="1"/>
          </p:cNvSpPr>
          <p:nvPr>
            <p:ph type="ftr" sz="quarter" idx="11"/>
          </p:nvPr>
        </p:nvSpPr>
        <p:spPr/>
        <p:txBody>
          <a:bodyPr/>
          <a:lstStyle>
            <a:lvl1pPr>
              <a:defRPr/>
            </a:lvl1pPr>
          </a:lstStyle>
          <a:p>
            <a:pPr>
              <a:defRPr/>
            </a:pPr>
            <a:r>
              <a:rPr lang="en-US"/>
              <a:t>&lt;Title&gt;</a:t>
            </a:r>
          </a:p>
        </p:txBody>
      </p:sp>
      <p:sp>
        <p:nvSpPr>
          <p:cNvPr id="8" name="Slide Number Placeholder 5">
            <a:extLst>
              <a:ext uri="{FF2B5EF4-FFF2-40B4-BE49-F238E27FC236}">
                <a16:creationId xmlns:a16="http://schemas.microsoft.com/office/drawing/2014/main" id="{26B42B6A-1B6A-4738-EF6D-2415E9469B2C}"/>
              </a:ext>
            </a:extLst>
          </p:cNvPr>
          <p:cNvSpPr>
            <a:spLocks noGrp="1"/>
          </p:cNvSpPr>
          <p:nvPr>
            <p:ph type="sldNum" sz="quarter" idx="12"/>
          </p:nvPr>
        </p:nvSpPr>
        <p:spPr/>
        <p:txBody>
          <a:bodyPr/>
          <a:lstStyle>
            <a:lvl1pPr>
              <a:defRPr smtClean="0"/>
            </a:lvl1pPr>
          </a:lstStyle>
          <a:p>
            <a:pPr>
              <a:defRPr/>
            </a:pPr>
            <a:fld id="{F9431FE3-A281-4FBA-ACF6-C3B510BDC933}" type="slidenum">
              <a:rPr lang="en-US" altLang="en-US"/>
              <a:pPr>
                <a:defRPr/>
              </a:pPr>
              <a:t>‹#›</a:t>
            </a:fld>
            <a:endParaRPr lang="en-US" altLang="en-US"/>
          </a:p>
        </p:txBody>
      </p:sp>
    </p:spTree>
    <p:extLst>
      <p:ext uri="{BB962C8B-B14F-4D97-AF65-F5344CB8AC3E}">
        <p14:creationId xmlns:p14="http://schemas.microsoft.com/office/powerpoint/2010/main" val="188931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FF42C7-0A57-7736-D04C-EBDE92F53B35}"/>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DC60DFC2-CF97-8CBE-DF40-F9B0AD1C5C1F}"/>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C304176F-E41A-6185-3A2D-9A99F6229E7F}"/>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a:extLst>
              <a:ext uri="{FF2B5EF4-FFF2-40B4-BE49-F238E27FC236}">
                <a16:creationId xmlns:a16="http://schemas.microsoft.com/office/drawing/2014/main" id="{19F6F61D-7A55-BDC0-0A0C-BB5EBEC727C9}"/>
              </a:ext>
            </a:extLst>
          </p:cNvPr>
          <p:cNvSpPr>
            <a:spLocks noGrp="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949340F-A781-9852-4F39-D4ADD341ABF9}"/>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cs typeface="+mn-cs"/>
              </a:defRPr>
            </a:lvl1pPr>
          </a:lstStyle>
          <a:p>
            <a:pPr>
              <a:defRPr/>
            </a:pPr>
            <a:fld id="{49CBA16D-7D22-452B-B5A7-08CA2CDAF8AF}" type="datetime9">
              <a:rPr lang="en-US"/>
              <a:pPr>
                <a:defRPr/>
              </a:pPr>
              <a:t>11/13/2024 9:27:22 AM</a:t>
            </a:fld>
            <a:endParaRPr lang="en-US"/>
          </a:p>
        </p:txBody>
      </p:sp>
      <p:sp>
        <p:nvSpPr>
          <p:cNvPr id="5" name="Footer Placeholder 4">
            <a:extLst>
              <a:ext uri="{FF2B5EF4-FFF2-40B4-BE49-F238E27FC236}">
                <a16:creationId xmlns:a16="http://schemas.microsoft.com/office/drawing/2014/main" id="{AE077CD0-BE34-5C50-6E41-BA0CB32F088B}"/>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cs typeface="+mn-cs"/>
              </a:defRPr>
            </a:lvl1pPr>
          </a:lstStyle>
          <a:p>
            <a:pPr>
              <a:defRPr/>
            </a:pPr>
            <a:r>
              <a:rPr lang="en-US"/>
              <a:t>&lt;Title&gt;</a:t>
            </a:r>
          </a:p>
        </p:txBody>
      </p:sp>
      <p:sp>
        <p:nvSpPr>
          <p:cNvPr id="6" name="Slide Number Placeholder 5">
            <a:extLst>
              <a:ext uri="{FF2B5EF4-FFF2-40B4-BE49-F238E27FC236}">
                <a16:creationId xmlns:a16="http://schemas.microsoft.com/office/drawing/2014/main" id="{26BD0EA7-9FCE-F903-373C-FEED32CB9BA6}"/>
              </a:ext>
            </a:extLst>
          </p:cNvPr>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smtClean="0">
                <a:solidFill>
                  <a:srgbClr val="FFFFFF"/>
                </a:solidFill>
                <a:latin typeface="Calibri" panose="020F0502020204030204" pitchFamily="34" charset="0"/>
              </a:defRPr>
            </a:lvl1pPr>
          </a:lstStyle>
          <a:p>
            <a:pPr>
              <a:defRPr/>
            </a:pPr>
            <a:fld id="{33F8F164-FFB7-4D2B-8D08-1134EB36BB81}"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B514E806-9AB7-606E-715F-D3287646FC17}"/>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279" r:id="rId1"/>
    <p:sldLayoutId id="2147484274" r:id="rId2"/>
    <p:sldLayoutId id="2147484280" r:id="rId3"/>
    <p:sldLayoutId id="2147484275" r:id="rId4"/>
    <p:sldLayoutId id="2147484276" r:id="rId5"/>
    <p:sldLayoutId id="2147484277" r:id="rId6"/>
    <p:sldLayoutId id="2147484281" r:id="rId7"/>
    <p:sldLayoutId id="2147484282" r:id="rId8"/>
    <p:sldLayoutId id="2147484283" r:id="rId9"/>
    <p:sldLayoutId id="2147484278" r:id="rId10"/>
    <p:sldLayoutId id="2147484284" r:id="rId11"/>
  </p:sldLayoutIdLst>
  <p:hf hdr="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a:defRPr>
      </a:lvl2pPr>
      <a:lvl3pPr algn="l" rtl="0" eaLnBrk="0" fontAlgn="base" hangingPunct="0">
        <a:lnSpc>
          <a:spcPct val="85000"/>
        </a:lnSpc>
        <a:spcBef>
          <a:spcPct val="0"/>
        </a:spcBef>
        <a:spcAft>
          <a:spcPct val="0"/>
        </a:spcAft>
        <a:defRPr sz="4800">
          <a:solidFill>
            <a:srgbClr val="404040"/>
          </a:solidFill>
          <a:latin typeface="Calibri Light"/>
        </a:defRPr>
      </a:lvl3pPr>
      <a:lvl4pPr algn="l" rtl="0" eaLnBrk="0" fontAlgn="base" hangingPunct="0">
        <a:lnSpc>
          <a:spcPct val="85000"/>
        </a:lnSpc>
        <a:spcBef>
          <a:spcPct val="0"/>
        </a:spcBef>
        <a:spcAft>
          <a:spcPct val="0"/>
        </a:spcAft>
        <a:defRPr sz="4800">
          <a:solidFill>
            <a:srgbClr val="404040"/>
          </a:solidFill>
          <a:latin typeface="Calibri Light"/>
        </a:defRPr>
      </a:lvl4pPr>
      <a:lvl5pPr algn="l" rtl="0" eaLnBrk="0" fontAlgn="base" hangingPunct="0">
        <a:lnSpc>
          <a:spcPct val="85000"/>
        </a:lnSpc>
        <a:spcBef>
          <a:spcPct val="0"/>
        </a:spcBef>
        <a:spcAft>
          <a:spcPct val="0"/>
        </a:spcAft>
        <a:defRPr sz="4800">
          <a:solidFill>
            <a:srgbClr val="404040"/>
          </a:solidFill>
          <a:latin typeface="Calibri Light"/>
        </a:defRPr>
      </a:lvl5pPr>
      <a:lvl6pPr marL="457200" algn="l" rtl="0" fontAlgn="base">
        <a:lnSpc>
          <a:spcPct val="85000"/>
        </a:lnSpc>
        <a:spcBef>
          <a:spcPct val="0"/>
        </a:spcBef>
        <a:spcAft>
          <a:spcPct val="0"/>
        </a:spcAft>
        <a:defRPr sz="4800">
          <a:solidFill>
            <a:srgbClr val="404040"/>
          </a:solidFill>
          <a:latin typeface="Calibri Light"/>
        </a:defRPr>
      </a:lvl6pPr>
      <a:lvl7pPr marL="914400" algn="l" rtl="0" fontAlgn="base">
        <a:lnSpc>
          <a:spcPct val="85000"/>
        </a:lnSpc>
        <a:spcBef>
          <a:spcPct val="0"/>
        </a:spcBef>
        <a:spcAft>
          <a:spcPct val="0"/>
        </a:spcAft>
        <a:defRPr sz="4800">
          <a:solidFill>
            <a:srgbClr val="404040"/>
          </a:solidFill>
          <a:latin typeface="Calibri Light"/>
        </a:defRPr>
      </a:lvl7pPr>
      <a:lvl8pPr marL="1371600" algn="l" rtl="0" fontAlgn="base">
        <a:lnSpc>
          <a:spcPct val="85000"/>
        </a:lnSpc>
        <a:spcBef>
          <a:spcPct val="0"/>
        </a:spcBef>
        <a:spcAft>
          <a:spcPct val="0"/>
        </a:spcAft>
        <a:defRPr sz="4800">
          <a:solidFill>
            <a:srgbClr val="404040"/>
          </a:solidFill>
          <a:latin typeface="Calibri Light"/>
        </a:defRPr>
      </a:lvl8pPr>
      <a:lvl9pPr marL="1828800" algn="l" rtl="0" fontAlgn="base">
        <a:lnSpc>
          <a:spcPct val="85000"/>
        </a:lnSpc>
        <a:spcBef>
          <a:spcPct val="0"/>
        </a:spcBef>
        <a:spcAft>
          <a:spcPct val="0"/>
        </a:spcAft>
        <a:defRPr sz="4800">
          <a:solidFill>
            <a:srgbClr val="404040"/>
          </a:solidFill>
          <a:latin typeface="Calibri Light"/>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2800"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90F0-F814-24A5-7F78-688F74102925}"/>
              </a:ext>
            </a:extLst>
          </p:cNvPr>
          <p:cNvSpPr>
            <a:spLocks noGrp="1"/>
          </p:cNvSpPr>
          <p:nvPr>
            <p:ph type="ctrTitle"/>
          </p:nvPr>
        </p:nvSpPr>
        <p:spPr>
          <a:xfrm>
            <a:off x="481013" y="214313"/>
            <a:ext cx="11325225" cy="1562100"/>
          </a:xfrm>
        </p:spPr>
        <p:txBody>
          <a:bodyPr>
            <a:normAutofit fontScale="90000"/>
          </a:bodyPr>
          <a:lstStyle/>
          <a:p>
            <a:pPr algn="ctr" eaLnBrk="1" fontAlgn="auto" hangingPunct="1">
              <a:lnSpc>
                <a:spcPct val="150000"/>
              </a:lnSpc>
              <a:spcAft>
                <a:spcPts val="0"/>
              </a:spcAft>
              <a:defRPr/>
            </a:pPr>
            <a:r>
              <a:rPr lang="en-IN" sz="4000" b="1" dirty="0">
                <a:latin typeface="Cambria" pitchFamily="18" charset="0"/>
              </a:rPr>
              <a:t> </a:t>
            </a:r>
            <a:r>
              <a:rPr lang="en-IN" sz="4000" b="1" dirty="0">
                <a:effectLst>
                  <a:outerShdw blurRad="38100" dist="38100" dir="2700000" algn="tl">
                    <a:srgbClr val="000000">
                      <a:alpha val="43137"/>
                    </a:srgbClr>
                  </a:outerShdw>
                </a:effectLst>
                <a:latin typeface="Times New Roman" pitchFamily="18" charset="0"/>
                <a:cs typeface="Times New Roman" pitchFamily="18" charset="0"/>
              </a:rPr>
              <a:t>Chameli Devi Group of Institutions, Indore</a:t>
            </a:r>
            <a:br>
              <a:rPr lang="en-IN" sz="4000" b="1" dirty="0">
                <a:effectLst>
                  <a:outerShdw blurRad="38100" dist="38100" dir="2700000" algn="tl">
                    <a:srgbClr val="000000">
                      <a:alpha val="43137"/>
                    </a:srgbClr>
                  </a:outerShdw>
                </a:effectLst>
                <a:latin typeface="Times New Roman" pitchFamily="18" charset="0"/>
                <a:cs typeface="Times New Roman" pitchFamily="18" charset="0"/>
              </a:rPr>
            </a:br>
            <a:r>
              <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Department of Computer Science &amp; Engineering</a:t>
            </a:r>
            <a:endParaRPr lang="en-US" sz="32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356BC2A8-6324-9872-3894-B14F1135ADCA}"/>
              </a:ext>
            </a:extLst>
          </p:cNvPr>
          <p:cNvSpPr txBox="1">
            <a:spLocks/>
          </p:cNvSpPr>
          <p:nvPr/>
        </p:nvSpPr>
        <p:spPr>
          <a:xfrm>
            <a:off x="747713" y="307975"/>
            <a:ext cx="10791825" cy="860425"/>
          </a:xfrm>
          <a:prstGeom prst="rect">
            <a:avLst/>
          </a:prstGeom>
        </p:spPr>
        <p:txBody>
          <a:bodyPr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fontAlgn="auto">
              <a:spcAft>
                <a:spcPts val="0"/>
              </a:spcAft>
              <a:defRPr/>
            </a:pPr>
            <a:r>
              <a:rPr lang="en-US" sz="5700" dirty="0">
                <a:solidFill>
                  <a:srgbClr val="D6181D"/>
                </a:solidFill>
                <a:effectLst>
                  <a:outerShdw blurRad="38100" dist="38100" dir="2700000" algn="tl">
                    <a:srgbClr val="000000">
                      <a:alpha val="43137"/>
                    </a:srgbClr>
                  </a:outerShdw>
                </a:effectLst>
                <a:latin typeface="Cambria" panose="02040503050406030204" pitchFamily="18" charset="0"/>
              </a:rPr>
              <a:t>	</a:t>
            </a:r>
            <a:endParaRPr lang="en-US" sz="3600" dirty="0">
              <a:solidFill>
                <a:srgbClr val="002060"/>
              </a:solidFill>
              <a:effectLst>
                <a:outerShdw blurRad="38100" dist="38100" dir="2700000" algn="tl">
                  <a:srgbClr val="000000">
                    <a:alpha val="43137"/>
                  </a:srgbClr>
                </a:outerShdw>
              </a:effectLst>
              <a:latin typeface="Cambria" panose="02040503050406030204" pitchFamily="18" charset="0"/>
            </a:endParaRPr>
          </a:p>
        </p:txBody>
      </p:sp>
      <p:sp>
        <p:nvSpPr>
          <p:cNvPr id="6" name="TextBox 5">
            <a:extLst>
              <a:ext uri="{FF2B5EF4-FFF2-40B4-BE49-F238E27FC236}">
                <a16:creationId xmlns:a16="http://schemas.microsoft.com/office/drawing/2014/main" id="{52797D56-EA39-1585-53CF-F398EE2B913B}"/>
              </a:ext>
            </a:extLst>
          </p:cNvPr>
          <p:cNvSpPr txBox="1"/>
          <p:nvPr/>
        </p:nvSpPr>
        <p:spPr>
          <a:xfrm>
            <a:off x="2486025" y="1682750"/>
            <a:ext cx="7219950" cy="3046413"/>
          </a:xfrm>
          <a:prstGeom prst="rect">
            <a:avLst/>
          </a:prstGeom>
          <a:noFill/>
        </p:spPr>
        <p:txBody>
          <a:bodyPr>
            <a:spAutoFit/>
          </a:bodyPr>
          <a:lstStyle/>
          <a:p>
            <a:pPr algn="ctr" eaLnBrk="1" fontAlgn="auto" hangingPunct="1">
              <a:spcBef>
                <a:spcPts val="0"/>
              </a:spcBef>
              <a:spcAft>
                <a:spcPts val="0"/>
              </a:spcAft>
              <a:defRPr/>
            </a:pPr>
            <a:r>
              <a:rPr lang="en-US" sz="3200" b="1" dirty="0">
                <a:solidFill>
                  <a:schemeClr val="tx1">
                    <a:lumMod val="95000"/>
                    <a:lumOff val="5000"/>
                  </a:schemeClr>
                </a:solidFill>
                <a:latin typeface="Times New Roman" pitchFamily="18" charset="0"/>
                <a:cs typeface="Times New Roman" pitchFamily="18" charset="0"/>
              </a:rPr>
              <a:t>A </a:t>
            </a:r>
          </a:p>
          <a:p>
            <a:pPr algn="ctr" eaLnBrk="1" fontAlgn="auto" hangingPunct="1">
              <a:spcBef>
                <a:spcPts val="0"/>
              </a:spcBef>
              <a:spcAft>
                <a:spcPts val="0"/>
              </a:spcAft>
              <a:defRPr/>
            </a:pPr>
            <a:r>
              <a:rPr lang="en-US" sz="3200" b="1" dirty="0">
                <a:solidFill>
                  <a:schemeClr val="tx1">
                    <a:lumMod val="95000"/>
                    <a:lumOff val="5000"/>
                  </a:schemeClr>
                </a:solidFill>
                <a:latin typeface="Times New Roman" pitchFamily="18" charset="0"/>
                <a:cs typeface="Times New Roman" pitchFamily="18" charset="0"/>
              </a:rPr>
              <a:t>Minor Project Presentation </a:t>
            </a:r>
          </a:p>
          <a:p>
            <a:pPr algn="ctr" eaLnBrk="1" fontAlgn="auto" hangingPunct="1">
              <a:spcBef>
                <a:spcPts val="0"/>
              </a:spcBef>
              <a:spcAft>
                <a:spcPts val="0"/>
              </a:spcAft>
              <a:defRPr/>
            </a:pPr>
            <a:r>
              <a:rPr lang="en-US" sz="3200" b="1" dirty="0">
                <a:solidFill>
                  <a:schemeClr val="tx1">
                    <a:lumMod val="95000"/>
                    <a:lumOff val="5000"/>
                  </a:schemeClr>
                </a:solidFill>
                <a:latin typeface="Times New Roman" pitchFamily="18" charset="0"/>
                <a:cs typeface="Times New Roman" pitchFamily="18" charset="0"/>
              </a:rPr>
              <a:t>on</a:t>
            </a:r>
          </a:p>
          <a:p>
            <a:pPr algn="ctr" eaLnBrk="1" fontAlgn="auto" hangingPunct="1">
              <a:spcBef>
                <a:spcPts val="0"/>
              </a:spcBef>
              <a:spcAft>
                <a:spcPts val="0"/>
              </a:spcAft>
              <a:defRPr/>
            </a:pPr>
            <a:r>
              <a:rPr lang="en-US" altLang="en-US" sz="3200" b="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AI driven Resume Screening System</a:t>
            </a:r>
            <a:endParaRPr lang="en-IN" altLang="en-US" sz="2800" b="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endParaRPr>
          </a:p>
          <a:p>
            <a:pPr algn="ctr" eaLnBrk="1" fontAlgn="auto" hangingPunct="1">
              <a:spcBef>
                <a:spcPts val="0"/>
              </a:spcBef>
              <a:spcAft>
                <a:spcPts val="0"/>
              </a:spcAft>
              <a:defRPr/>
            </a:pPr>
            <a:endParaRPr lang="en-US" sz="3200" b="1" dirty="0">
              <a:solidFill>
                <a:srgbClr val="FF0000"/>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lumMod val="95000"/>
                    <a:lumOff val="5000"/>
                  </a:schemeClr>
                </a:solidFill>
                <a:latin typeface="Times New Roman" pitchFamily="18" charset="0"/>
                <a:cs typeface="Times New Roman" pitchFamily="18" charset="0"/>
              </a:rPr>
              <a:t> </a:t>
            </a:r>
          </a:p>
        </p:txBody>
      </p:sp>
      <p:sp>
        <p:nvSpPr>
          <p:cNvPr id="5" name="Subtitle 2">
            <a:extLst>
              <a:ext uri="{FF2B5EF4-FFF2-40B4-BE49-F238E27FC236}">
                <a16:creationId xmlns:a16="http://schemas.microsoft.com/office/drawing/2014/main" id="{EBA67624-E240-9BD5-77C1-6A09EB85073B}"/>
              </a:ext>
            </a:extLst>
          </p:cNvPr>
          <p:cNvSpPr>
            <a:spLocks noGrp="1" noChangeArrowheads="1"/>
          </p:cNvSpPr>
          <p:nvPr/>
        </p:nvSpPr>
        <p:spPr bwMode="auto">
          <a:xfrm>
            <a:off x="1175657" y="3919538"/>
            <a:ext cx="9899780" cy="2324100"/>
          </a:xfrm>
          <a:prstGeom prst="rect">
            <a:avLst/>
          </a:prstGeom>
          <a:noFill/>
          <a:ln>
            <a:noFill/>
          </a:ln>
        </p:spPr>
        <p:txBody>
          <a:bodyPr>
            <a:normAutofit/>
          </a:bodyPr>
          <a:lstStyle>
            <a:lvl1pPr marL="0" indent="0" algn="l" rtl="0" eaLnBrk="0" fontAlgn="base" hangingPunct="0">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rtl="0" eaLnBrk="0" fontAlgn="base" hangingPunct="0">
              <a:lnSpc>
                <a:spcPct val="90000"/>
              </a:lnSpc>
              <a:spcBef>
                <a:spcPts val="200"/>
              </a:spcBef>
              <a:spcAft>
                <a:spcPts val="400"/>
              </a:spcAft>
              <a:buClr>
                <a:schemeClr val="accent1"/>
              </a:buClr>
              <a:buFont typeface="Calibri" panose="020F0502020204030204" pitchFamily="34" charset="0"/>
              <a:buNone/>
              <a:defRPr sz="2400" kern="1200">
                <a:solidFill>
                  <a:srgbClr val="404040"/>
                </a:solidFill>
                <a:latin typeface="+mn-lt"/>
                <a:ea typeface="+mn-ea"/>
                <a:cs typeface="+mn-cs"/>
              </a:defRPr>
            </a:lvl2pPr>
            <a:lvl3pPr marL="914400" indent="0" algn="ctr" rtl="0" eaLnBrk="0" fontAlgn="base" hangingPunct="0">
              <a:lnSpc>
                <a:spcPct val="90000"/>
              </a:lnSpc>
              <a:spcBef>
                <a:spcPts val="200"/>
              </a:spcBef>
              <a:spcAft>
                <a:spcPts val="400"/>
              </a:spcAft>
              <a:buClr>
                <a:schemeClr val="accent1"/>
              </a:buClr>
              <a:buFont typeface="Calibri" panose="020F0502020204030204" pitchFamily="34" charset="0"/>
              <a:buNone/>
              <a:defRPr sz="2400" kern="1200">
                <a:solidFill>
                  <a:srgbClr val="404040"/>
                </a:solidFill>
                <a:latin typeface="+mn-lt"/>
                <a:ea typeface="+mn-ea"/>
                <a:cs typeface="+mn-cs"/>
              </a:defRPr>
            </a:lvl3pPr>
            <a:lvl4pPr marL="1371600" indent="0" algn="ctr" rtl="0" eaLnBrk="0" fontAlgn="base" hangingPunct="0">
              <a:lnSpc>
                <a:spcPct val="90000"/>
              </a:lnSpc>
              <a:spcBef>
                <a:spcPts val="200"/>
              </a:spcBef>
              <a:spcAft>
                <a:spcPts val="400"/>
              </a:spcAft>
              <a:buClr>
                <a:schemeClr val="accent1"/>
              </a:buClr>
              <a:buFont typeface="Calibri" panose="020F0502020204030204" pitchFamily="34" charset="0"/>
              <a:buNone/>
              <a:defRPr sz="2000" kern="1200">
                <a:solidFill>
                  <a:srgbClr val="404040"/>
                </a:solidFill>
                <a:latin typeface="+mn-lt"/>
                <a:ea typeface="+mn-ea"/>
                <a:cs typeface="+mn-cs"/>
              </a:defRPr>
            </a:lvl4pPr>
            <a:lvl5pPr marL="1828800" indent="0" algn="ctr" rtl="0" eaLnBrk="0" fontAlgn="base" hangingPunct="0">
              <a:lnSpc>
                <a:spcPct val="90000"/>
              </a:lnSpc>
              <a:spcBef>
                <a:spcPts val="200"/>
              </a:spcBef>
              <a:spcAft>
                <a:spcPts val="400"/>
              </a:spcAft>
              <a:buClr>
                <a:schemeClr val="accent1"/>
              </a:buClr>
              <a:buFont typeface="Calibri" panose="020F0502020204030204" pitchFamily="34" charset="0"/>
              <a:buNone/>
              <a:defRPr sz="2000" kern="1200">
                <a:solidFill>
                  <a:srgbClr val="404040"/>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eaLnBrk="1" hangingPunct="1">
              <a:defRPr/>
            </a:pPr>
            <a:r>
              <a:rPr lang="en-US" altLang="en-US" sz="2800" b="1" dirty="0">
                <a:solidFill>
                  <a:srgbClr val="002060"/>
                </a:solidFill>
                <a:latin typeface="Times New Roman" panose="02020603050405020304" pitchFamily="18" charset="0"/>
                <a:cs typeface="Times New Roman" panose="02020603050405020304" pitchFamily="18" charset="0"/>
              </a:rPr>
              <a:t>Guided By:	                                 Presented By:</a:t>
            </a:r>
          </a:p>
          <a:p>
            <a:pPr eaLnBrk="1" hangingPunct="1">
              <a:defRPr/>
            </a:pPr>
            <a:r>
              <a:rPr lang="en-US" altLang="en-US" sz="1800" cap="none" spc="0" dirty="0">
                <a:solidFill>
                  <a:schemeClr val="tx1"/>
                </a:solidFill>
                <a:latin typeface="Times New Roman" panose="02020603050405020304" pitchFamily="18" charset="0"/>
                <a:cs typeface="Times New Roman" panose="02020603050405020304" pitchFamily="18" charset="0"/>
              </a:rPr>
              <a:t>Prof. Sumeet Kothari</a:t>
            </a:r>
          </a:p>
          <a:p>
            <a:pPr eaLnBrk="1" hangingPunct="1">
              <a:defRPr/>
            </a:pPr>
            <a:r>
              <a:rPr lang="en-US" altLang="en-US" sz="1800" cap="none" spc="0" dirty="0">
                <a:solidFill>
                  <a:schemeClr val="tx1"/>
                </a:solidFill>
                <a:latin typeface="Times New Roman" panose="02020603050405020304" pitchFamily="18" charset="0"/>
                <a:cs typeface="Times New Roman" panose="02020603050405020304" pitchFamily="18" charset="0"/>
              </a:rPr>
              <a:t>Assistant Professor</a:t>
            </a:r>
          </a:p>
        </p:txBody>
      </p:sp>
      <p:sp>
        <p:nvSpPr>
          <p:cNvPr id="10246" name="TextBox 6">
            <a:extLst>
              <a:ext uri="{FF2B5EF4-FFF2-40B4-BE49-F238E27FC236}">
                <a16:creationId xmlns:a16="http://schemas.microsoft.com/office/drawing/2014/main" id="{77CB45CE-C1DF-4170-7D64-2D1C4C0570EB}"/>
              </a:ext>
            </a:extLst>
          </p:cNvPr>
          <p:cNvSpPr txBox="1">
            <a:spLocks noChangeArrowheads="1"/>
          </p:cNvSpPr>
          <p:nvPr/>
        </p:nvSpPr>
        <p:spPr bwMode="auto">
          <a:xfrm>
            <a:off x="7281863" y="4324350"/>
            <a:ext cx="3970337"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50000"/>
              </a:lnSpc>
            </a:pPr>
            <a:r>
              <a:rPr lang="en-US" altLang="en-US" dirty="0">
                <a:latin typeface="Times New Roman" panose="02020603050405020304" pitchFamily="18" charset="0"/>
                <a:cs typeface="Times New Roman" panose="02020603050405020304" pitchFamily="18" charset="0"/>
              </a:rPr>
              <a:t>Saransh Patil		0832CS221182</a:t>
            </a:r>
          </a:p>
          <a:p>
            <a:pPr>
              <a:lnSpc>
                <a:spcPct val="150000"/>
              </a:lnSpc>
            </a:pPr>
            <a:r>
              <a:rPr lang="en-US" altLang="en-US" dirty="0">
                <a:latin typeface="Times New Roman" panose="02020603050405020304" pitchFamily="18" charset="0"/>
                <a:cs typeface="Times New Roman" panose="02020603050405020304" pitchFamily="18" charset="0"/>
              </a:rPr>
              <a:t>Tushar Gawhade	0832CS221213</a:t>
            </a:r>
          </a:p>
          <a:p>
            <a:pPr>
              <a:lnSpc>
                <a:spcPct val="150000"/>
              </a:lnSpc>
            </a:pPr>
            <a:r>
              <a:rPr lang="en-US" altLang="en-US" dirty="0">
                <a:latin typeface="Times New Roman" panose="02020603050405020304" pitchFamily="18" charset="0"/>
                <a:cs typeface="Times New Roman" panose="02020603050405020304" pitchFamily="18" charset="0"/>
              </a:rPr>
              <a:t>Vivek Rathore		0832CS221228</a:t>
            </a:r>
          </a:p>
          <a:p>
            <a:pPr>
              <a:lnSpc>
                <a:spcPct val="150000"/>
              </a:lnSpc>
            </a:pPr>
            <a:r>
              <a:rPr lang="en-US" altLang="en-US" dirty="0">
                <a:latin typeface="Times New Roman" panose="02020603050405020304" pitchFamily="18" charset="0"/>
                <a:cs typeface="Times New Roman" panose="02020603050405020304" pitchFamily="18" charset="0"/>
              </a:rPr>
              <a:t>Yash Lade		0832CS221229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id="{082550D8-4BE4-842C-2BA7-7B24FA78229B}"/>
              </a:ext>
            </a:extLst>
          </p:cNvPr>
          <p:cNvSpPr>
            <a:spLocks noGrp="1"/>
          </p:cNvSpPr>
          <p:nvPr>
            <p:ph idx="1"/>
          </p:nvPr>
        </p:nvSpPr>
        <p:spPr>
          <a:xfrm>
            <a:off x="1176338" y="1922463"/>
            <a:ext cx="10036175" cy="3149600"/>
          </a:xfrm>
        </p:spPr>
        <p:txBody>
          <a:bodyPr/>
          <a:lstStyle/>
          <a:p>
            <a:pPr marL="0" indent="0" algn="just">
              <a:buFont typeface="Calibri" panose="020F0502020204030204" pitchFamily="34" charset="0"/>
              <a:buNone/>
            </a:pPr>
            <a:endParaRPr lang="en-US" altLang="en-US" sz="2400">
              <a:latin typeface="Times New Roman" panose="02020603050405020304" pitchFamily="18" charset="0"/>
              <a:cs typeface="Times New Roman" panose="02020603050405020304" pitchFamily="18" charset="0"/>
            </a:endParaRPr>
          </a:p>
          <a:p>
            <a:pPr marL="0" indent="0" algn="just">
              <a:buFont typeface="Calibri" panose="020F0502020204030204" pitchFamily="34" charset="0"/>
              <a:buNone/>
            </a:pPr>
            <a:r>
              <a:rPr lang="en-US" altLang="en-US" sz="2400">
                <a:latin typeface="Times New Roman" panose="02020603050405020304" pitchFamily="18" charset="0"/>
                <a:cs typeface="Times New Roman" panose="02020603050405020304" pitchFamily="18" charset="0"/>
              </a:rPr>
              <a:t>An AI-driven Applicant Tracking System (ATS) leverages artificial intelligence to automate and optimize the recruitment process. It streamlines candidate sourcing, screening, and selection by analyzing resumes, matching skills with job requirements, and predicting candidate success. The system improves efficiency, reduces bias, and enhances decision-making, ensuring a faster, more effective hiring process for organizations.</a:t>
            </a:r>
            <a:endParaRPr lang="en-US" altLang="en-US" sz="2400" b="1">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4EE8720-AB76-108D-477B-6089CD937559}"/>
              </a:ext>
            </a:extLst>
          </p:cNvPr>
          <p:cNvSpPr>
            <a:spLocks noGrp="1"/>
          </p:cNvSpPr>
          <p:nvPr>
            <p:ph type="dt" sz="quarter" idx="10"/>
          </p:nvPr>
        </p:nvSpPr>
        <p:spPr/>
        <p:txBody>
          <a:bodyPr/>
          <a:lstStyle/>
          <a:p>
            <a:pPr>
              <a:defRPr/>
            </a:pPr>
            <a:fld id="{11775DE2-8980-4D5B-BF92-F1913EF78DF0}" type="datetime9">
              <a:rPr lang="en-US"/>
              <a:pPr>
                <a:defRPr/>
              </a:pPr>
              <a:t>11/13/2024 9:27:23 AM</a:t>
            </a:fld>
            <a:endParaRPr lang="en-US"/>
          </a:p>
        </p:txBody>
      </p:sp>
      <p:sp>
        <p:nvSpPr>
          <p:cNvPr id="5" name="Footer Placeholder 4">
            <a:extLst>
              <a:ext uri="{FF2B5EF4-FFF2-40B4-BE49-F238E27FC236}">
                <a16:creationId xmlns:a16="http://schemas.microsoft.com/office/drawing/2014/main" id="{45CA5B60-71F3-F5A2-2BBB-0428E7F2459C}"/>
              </a:ext>
            </a:extLst>
          </p:cNvPr>
          <p:cNvSpPr>
            <a:spLocks noGrp="1"/>
          </p:cNvSpPr>
          <p:nvPr>
            <p:ph type="ftr" sz="quarter" idx="11"/>
          </p:nvPr>
        </p:nvSpPr>
        <p:spPr/>
        <p:txBody>
          <a:bodyPr/>
          <a:lstStyle/>
          <a:p>
            <a:pPr>
              <a:defRPr/>
            </a:pPr>
            <a:r>
              <a:rPr lang="en-US" dirty="0"/>
              <a:t>&lt;AI driven resume screening system&gt;</a:t>
            </a:r>
          </a:p>
        </p:txBody>
      </p:sp>
      <p:sp>
        <p:nvSpPr>
          <p:cNvPr id="11269" name="Slide Number Placeholder 5">
            <a:extLst>
              <a:ext uri="{FF2B5EF4-FFF2-40B4-BE49-F238E27FC236}">
                <a16:creationId xmlns:a16="http://schemas.microsoft.com/office/drawing/2014/main" id="{03F8E826-22A7-5756-F0C8-BB9FDF1154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8A95C5-385B-4DEE-852E-65B8D44D60E9}" type="slidenum">
              <a:rPr lang="en-US" altLang="en-US">
                <a:solidFill>
                  <a:srgbClr val="FFFFFF"/>
                </a:solidFill>
                <a:latin typeface="Calibri" panose="020F0502020204030204" pitchFamily="34" charset="0"/>
              </a:rPr>
              <a:pPr/>
              <a:t>2</a:t>
            </a:fld>
            <a:endParaRPr lang="en-US" altLang="en-US">
              <a:solidFill>
                <a:srgbClr val="FFFFFF"/>
              </a:solidFill>
              <a:latin typeface="Calibri" panose="020F0502020204030204" pitchFamily="34" charset="0"/>
            </a:endParaRPr>
          </a:p>
        </p:txBody>
      </p:sp>
      <p:sp>
        <p:nvSpPr>
          <p:cNvPr id="11270" name="TextBox 5">
            <a:extLst>
              <a:ext uri="{FF2B5EF4-FFF2-40B4-BE49-F238E27FC236}">
                <a16:creationId xmlns:a16="http://schemas.microsoft.com/office/drawing/2014/main" id="{AC472EB0-81B2-E6EC-104C-A3B17F814332}"/>
              </a:ext>
            </a:extLst>
          </p:cNvPr>
          <p:cNvSpPr txBox="1">
            <a:spLocks noChangeArrowheads="1"/>
          </p:cNvSpPr>
          <p:nvPr/>
        </p:nvSpPr>
        <p:spPr bwMode="auto">
          <a:xfrm>
            <a:off x="1096963" y="1030288"/>
            <a:ext cx="43608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4000">
                <a:latin typeface="Times New Roman" panose="02020603050405020304" pitchFamily="18" charset="0"/>
                <a:cs typeface="Times New Roman" panose="02020603050405020304" pitchFamily="18" charset="0"/>
              </a:rPr>
              <a:t>Project 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108A-45E3-1744-A5CC-675DFF0BCDE5}"/>
              </a:ext>
            </a:extLst>
          </p:cNvPr>
          <p:cNvSpPr>
            <a:spLocks noGrp="1"/>
          </p:cNvSpPr>
          <p:nvPr>
            <p:ph type="title"/>
          </p:nvPr>
        </p:nvSpPr>
        <p:spPr/>
        <p:txBody>
          <a:bodyPr/>
          <a:lstStyle/>
          <a:p>
            <a:pPr>
              <a:defRPr/>
            </a:pPr>
            <a:r>
              <a:rPr lang="en-US" sz="4000" dirty="0">
                <a:latin typeface="Times New Roman" pitchFamily="18" charset="0"/>
                <a:cs typeface="Times New Roman" pitchFamily="18" charset="0"/>
              </a:rPr>
              <a:t>Objective &amp; Scope</a:t>
            </a:r>
          </a:p>
        </p:txBody>
      </p:sp>
      <p:sp>
        <p:nvSpPr>
          <p:cNvPr id="12291" name="Content Placeholder 2">
            <a:extLst>
              <a:ext uri="{FF2B5EF4-FFF2-40B4-BE49-F238E27FC236}">
                <a16:creationId xmlns:a16="http://schemas.microsoft.com/office/drawing/2014/main" id="{A9883941-9843-B733-26FC-BD978AA4D83D}"/>
              </a:ext>
            </a:extLst>
          </p:cNvPr>
          <p:cNvSpPr>
            <a:spLocks noGrp="1"/>
          </p:cNvSpPr>
          <p:nvPr>
            <p:ph idx="1"/>
          </p:nvPr>
        </p:nvSpPr>
        <p:spPr>
          <a:xfrm>
            <a:off x="1096963" y="1736725"/>
            <a:ext cx="10058400" cy="4541838"/>
          </a:xfrm>
        </p:spPr>
        <p:txBody>
          <a:bodyPr/>
          <a:lstStyle/>
          <a:p>
            <a:r>
              <a:rPr lang="en-US" altLang="en-US" sz="2400" b="1">
                <a:latin typeface="Times New Roman" panose="02020603050405020304" pitchFamily="18" charset="0"/>
                <a:cs typeface="Times New Roman" panose="02020603050405020304" pitchFamily="18" charset="0"/>
              </a:rPr>
              <a:t>Objective</a:t>
            </a:r>
            <a:r>
              <a:rPr lang="en-US" altLang="en-US" sz="2400">
                <a:latin typeface="Times New Roman" panose="02020603050405020304" pitchFamily="18" charset="0"/>
                <a:cs typeface="Times New Roman" panose="02020603050405020304" pitchFamily="18" charset="0"/>
              </a:rPr>
              <a:t>:</a:t>
            </a:r>
          </a:p>
          <a:p>
            <a:pPr lvl="1"/>
            <a:r>
              <a:rPr lang="en-US" altLang="en-US" sz="2400">
                <a:latin typeface="Times New Roman" panose="02020603050405020304" pitchFamily="18" charset="0"/>
                <a:cs typeface="Times New Roman" panose="02020603050405020304" pitchFamily="18" charset="0"/>
              </a:rPr>
              <a:t>Automate candidate screening.</a:t>
            </a:r>
          </a:p>
          <a:p>
            <a:pPr lvl="1"/>
            <a:r>
              <a:rPr lang="en-US" altLang="en-US" sz="2400">
                <a:latin typeface="Times New Roman" panose="02020603050405020304" pitchFamily="18" charset="0"/>
                <a:cs typeface="Times New Roman" panose="02020603050405020304" pitchFamily="18" charset="0"/>
              </a:rPr>
              <a:t>Improve recruitment accuracy and reduce biases.</a:t>
            </a:r>
          </a:p>
          <a:p>
            <a:pPr lvl="1"/>
            <a:r>
              <a:rPr lang="en-US" altLang="en-US" sz="2400">
                <a:latin typeface="Times New Roman" panose="02020603050405020304" pitchFamily="18" charset="0"/>
                <a:cs typeface="Times New Roman" panose="02020603050405020304" pitchFamily="18" charset="0"/>
              </a:rPr>
              <a:t>Optimize the candidate-job match.</a:t>
            </a:r>
          </a:p>
          <a:p>
            <a:pPr lvl="1"/>
            <a:r>
              <a:rPr lang="en-US" altLang="en-US" sz="2400">
                <a:latin typeface="Times New Roman" panose="02020603050405020304" pitchFamily="18" charset="0"/>
                <a:cs typeface="Times New Roman" panose="02020603050405020304" pitchFamily="18" charset="0"/>
              </a:rPr>
              <a:t>Save time and resources for HR teams.</a:t>
            </a:r>
          </a:p>
          <a:p>
            <a:r>
              <a:rPr lang="en-US" altLang="en-US" sz="2400" b="1">
                <a:latin typeface="Times New Roman" panose="02020603050405020304" pitchFamily="18" charset="0"/>
                <a:cs typeface="Times New Roman" panose="02020603050405020304" pitchFamily="18" charset="0"/>
              </a:rPr>
              <a:t>Scope</a:t>
            </a:r>
            <a:r>
              <a:rPr lang="en-US" altLang="en-US" sz="2400">
                <a:latin typeface="Times New Roman" panose="02020603050405020304" pitchFamily="18" charset="0"/>
                <a:cs typeface="Times New Roman" panose="02020603050405020304" pitchFamily="18" charset="0"/>
              </a:rPr>
              <a:t>:</a:t>
            </a:r>
          </a:p>
          <a:p>
            <a:pPr lvl="1"/>
            <a:r>
              <a:rPr lang="en-US" altLang="en-US" sz="2400">
                <a:latin typeface="Times New Roman" panose="02020603050405020304" pitchFamily="18" charset="0"/>
                <a:cs typeface="Times New Roman" panose="02020603050405020304" pitchFamily="18" charset="0"/>
              </a:rPr>
              <a:t>Candidate resume parsing and matching with job descriptions.</a:t>
            </a:r>
          </a:p>
          <a:p>
            <a:pPr lvl="1"/>
            <a:r>
              <a:rPr lang="en-US" altLang="en-US" sz="2400">
                <a:latin typeface="Times New Roman" panose="02020603050405020304" pitchFamily="18" charset="0"/>
                <a:cs typeface="Times New Roman" panose="02020603050405020304" pitchFamily="18" charset="0"/>
              </a:rPr>
              <a:t>AI-based ranking and filtering of applicants.</a:t>
            </a:r>
          </a:p>
          <a:p>
            <a:pPr lvl="1"/>
            <a:r>
              <a:rPr lang="en-US" altLang="en-US" sz="2400">
                <a:latin typeface="Times New Roman" panose="02020603050405020304" pitchFamily="18" charset="0"/>
                <a:cs typeface="Times New Roman" panose="02020603050405020304" pitchFamily="18" charset="0"/>
              </a:rPr>
              <a:t>Interview scheduling automation.</a:t>
            </a:r>
          </a:p>
          <a:p>
            <a:pPr lvl="1"/>
            <a:r>
              <a:rPr lang="en-US" altLang="en-US" sz="2400">
                <a:latin typeface="Times New Roman" panose="02020603050405020304" pitchFamily="18" charset="0"/>
                <a:cs typeface="Times New Roman" panose="02020603050405020304" pitchFamily="18" charset="0"/>
              </a:rPr>
              <a:t>Real-time reporting and analytics.</a:t>
            </a:r>
          </a:p>
          <a:p>
            <a:pPr lvl="1"/>
            <a:r>
              <a:rPr lang="en-US" altLang="en-US" sz="2400">
                <a:latin typeface="Times New Roman" panose="02020603050405020304" pitchFamily="18" charset="0"/>
                <a:cs typeface="Times New Roman" panose="02020603050405020304" pitchFamily="18" charset="0"/>
              </a:rPr>
              <a:t>Integration with existing HR tools.</a:t>
            </a:r>
          </a:p>
          <a:p>
            <a:endParaRPr lang="en-US" altLang="en-US" sz="24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9BAB102-562B-B0EE-9BD7-A99242635D71}"/>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AE5C557E-B6D4-729B-33A8-DACC168880BB}"/>
              </a:ext>
            </a:extLst>
          </p:cNvPr>
          <p:cNvSpPr>
            <a:spLocks noGrp="1"/>
          </p:cNvSpPr>
          <p:nvPr>
            <p:ph type="ftr" sz="quarter" idx="11"/>
          </p:nvPr>
        </p:nvSpPr>
        <p:spPr/>
        <p:txBody>
          <a:bodyPr/>
          <a:lstStyle/>
          <a:p>
            <a:pPr>
              <a:defRPr/>
            </a:pPr>
            <a:r>
              <a:rPr lang="en-US" dirty="0"/>
              <a:t>&lt;AI driven resume screening system&gt;</a:t>
            </a:r>
          </a:p>
        </p:txBody>
      </p:sp>
      <p:sp>
        <p:nvSpPr>
          <p:cNvPr id="12294" name="Slide Number Placeholder 5">
            <a:extLst>
              <a:ext uri="{FF2B5EF4-FFF2-40B4-BE49-F238E27FC236}">
                <a16:creationId xmlns:a16="http://schemas.microsoft.com/office/drawing/2014/main" id="{897F9A45-2D1D-CB08-5CA1-9CC9C1697D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E3098DC-6C7B-401B-8307-2BF3EC3BC0F5}" type="slidenum">
              <a:rPr lang="en-US" altLang="en-US">
                <a:solidFill>
                  <a:srgbClr val="FFFFFF"/>
                </a:solidFill>
                <a:latin typeface="Calibri" panose="020F0502020204030204" pitchFamily="34" charset="0"/>
              </a:rPr>
              <a:pPr/>
              <a:t>3</a:t>
            </a:fld>
            <a:endParaRPr lang="en-US" altLang="en-US">
              <a:solidFill>
                <a:srgbClr val="FFFFFF"/>
              </a:solidFill>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B9AE2-66DB-25DB-0C23-A87738654734}"/>
              </a:ext>
            </a:extLst>
          </p:cNvPr>
          <p:cNvSpPr>
            <a:spLocks noGrp="1"/>
          </p:cNvSpPr>
          <p:nvPr>
            <p:ph type="title"/>
          </p:nvPr>
        </p:nvSpPr>
        <p:spPr/>
        <p:txBody>
          <a:bodyPr/>
          <a:lstStyle/>
          <a:p>
            <a:pPr>
              <a:defRPr/>
            </a:pPr>
            <a:r>
              <a:rPr lang="en-US" sz="4000" dirty="0">
                <a:latin typeface="Times New Roman" pitchFamily="18" charset="0"/>
                <a:cs typeface="Times New Roman" pitchFamily="18" charset="0"/>
              </a:rPr>
              <a:t>Proposed Solution </a:t>
            </a:r>
          </a:p>
        </p:txBody>
      </p:sp>
      <p:sp>
        <p:nvSpPr>
          <p:cNvPr id="13315" name="Content Placeholder 2">
            <a:extLst>
              <a:ext uri="{FF2B5EF4-FFF2-40B4-BE49-F238E27FC236}">
                <a16:creationId xmlns:a16="http://schemas.microsoft.com/office/drawing/2014/main" id="{556BF32B-B2F0-5D44-3D57-0DB7EAB952B8}"/>
              </a:ext>
            </a:extLst>
          </p:cNvPr>
          <p:cNvSpPr>
            <a:spLocks noGrp="1"/>
          </p:cNvSpPr>
          <p:nvPr>
            <p:ph idx="1"/>
          </p:nvPr>
        </p:nvSpPr>
        <p:spPr/>
        <p:txBody>
          <a:bodyPr/>
          <a:lstStyle/>
          <a:p>
            <a:pPr algn="just"/>
            <a:r>
              <a:rPr lang="en-US" altLang="en-US" sz="2400" b="1">
                <a:latin typeface="Times New Roman" panose="02020603050405020304" pitchFamily="18" charset="0"/>
                <a:cs typeface="Times New Roman" panose="02020603050405020304" pitchFamily="18" charset="0"/>
              </a:rPr>
              <a:t>ML and </a:t>
            </a:r>
            <a:r>
              <a:rPr lang="en-US" altLang="en-US" sz="2400" b="1" dirty="0">
                <a:latin typeface="Times New Roman" panose="02020603050405020304" pitchFamily="18" charset="0"/>
                <a:cs typeface="Times New Roman" panose="02020603050405020304" pitchFamily="18" charset="0"/>
              </a:rPr>
              <a:t>NLP for Resume Parsing </a:t>
            </a:r>
            <a:r>
              <a:rPr lang="en-US" altLang="en-US" sz="2400" dirty="0">
                <a:latin typeface="Times New Roman" panose="02020603050405020304" pitchFamily="18" charset="0"/>
                <a:cs typeface="Times New Roman" panose="02020603050405020304" pitchFamily="18" charset="0"/>
              </a:rPr>
              <a:t>: </a:t>
            </a:r>
          </a:p>
          <a:p>
            <a:pPr algn="just"/>
            <a:r>
              <a:rPr lang="en-US" altLang="en-US" sz="2400" dirty="0">
                <a:latin typeface="Times New Roman" panose="02020603050405020304" pitchFamily="18" charset="0"/>
                <a:cs typeface="Times New Roman" panose="02020603050405020304" pitchFamily="18" charset="0"/>
              </a:rPr>
              <a:t>Use Natural Language Processing (NLP) to extract skills, qualifications, and experience from resumes.</a:t>
            </a:r>
          </a:p>
          <a:p>
            <a:pPr algn="just"/>
            <a:r>
              <a:rPr lang="en-US" altLang="en-US" sz="2400" dirty="0">
                <a:latin typeface="Times New Roman" panose="02020603050405020304" pitchFamily="18" charset="0"/>
                <a:cs typeface="Times New Roman" panose="02020603050405020304" pitchFamily="18" charset="0"/>
              </a:rPr>
              <a:t>Match candidate information with job descriptions using semantic analysis.</a:t>
            </a:r>
          </a:p>
          <a:p>
            <a:pPr algn="just"/>
            <a:r>
              <a:rPr lang="en-US" altLang="en-US" sz="2400" b="1" dirty="0">
                <a:latin typeface="Times New Roman" panose="02020603050405020304" pitchFamily="18" charset="0"/>
                <a:cs typeface="Times New Roman" panose="02020603050405020304" pitchFamily="18" charset="0"/>
              </a:rPr>
              <a:t>Machine Learning for Candidate Ranking </a:t>
            </a:r>
            <a:r>
              <a:rPr lang="en-US" altLang="en-US" sz="2400" dirty="0">
                <a:latin typeface="Times New Roman" panose="02020603050405020304" pitchFamily="18" charset="0"/>
                <a:cs typeface="Times New Roman" panose="02020603050405020304" pitchFamily="18" charset="0"/>
              </a:rPr>
              <a:t>: </a:t>
            </a:r>
          </a:p>
          <a:p>
            <a:pPr algn="just"/>
            <a:r>
              <a:rPr lang="en-US" altLang="en-US" sz="2400" dirty="0">
                <a:latin typeface="Times New Roman" panose="02020603050405020304" pitchFamily="18" charset="0"/>
                <a:cs typeface="Times New Roman" panose="02020603050405020304" pitchFamily="18" charset="0"/>
              </a:rPr>
              <a:t>Develop models to rank candidates based on relevance and fit for the position.</a:t>
            </a:r>
          </a:p>
          <a:p>
            <a:pPr algn="just"/>
            <a:r>
              <a:rPr lang="en-US" altLang="en-US" sz="2400" dirty="0">
                <a:latin typeface="Times New Roman" panose="02020603050405020304" pitchFamily="18" charset="0"/>
                <a:cs typeface="Times New Roman" panose="02020603050405020304" pitchFamily="18" charset="0"/>
              </a:rPr>
              <a:t>Continuously improve the algorithm using feedback loops.</a:t>
            </a:r>
          </a:p>
          <a:p>
            <a:endParaRPr lang="en-US" altLang="en-US" dirty="0"/>
          </a:p>
        </p:txBody>
      </p:sp>
      <p:sp>
        <p:nvSpPr>
          <p:cNvPr id="4" name="Date Placeholder 3">
            <a:extLst>
              <a:ext uri="{FF2B5EF4-FFF2-40B4-BE49-F238E27FC236}">
                <a16:creationId xmlns:a16="http://schemas.microsoft.com/office/drawing/2014/main" id="{6EB2805C-041F-601B-12B9-88FC809379EC}"/>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21064B4C-6596-2661-D8BD-6853E2F34D4D}"/>
              </a:ext>
            </a:extLst>
          </p:cNvPr>
          <p:cNvSpPr>
            <a:spLocks noGrp="1"/>
          </p:cNvSpPr>
          <p:nvPr>
            <p:ph type="ftr" sz="quarter" idx="11"/>
          </p:nvPr>
        </p:nvSpPr>
        <p:spPr/>
        <p:txBody>
          <a:bodyPr/>
          <a:lstStyle/>
          <a:p>
            <a:pPr>
              <a:defRPr/>
            </a:pPr>
            <a:r>
              <a:rPr lang="en-US" dirty="0"/>
              <a:t>&lt;AI driven resume screening system&gt;</a:t>
            </a:r>
          </a:p>
        </p:txBody>
      </p:sp>
      <p:sp>
        <p:nvSpPr>
          <p:cNvPr id="13318" name="Slide Number Placeholder 5">
            <a:extLst>
              <a:ext uri="{FF2B5EF4-FFF2-40B4-BE49-F238E27FC236}">
                <a16:creationId xmlns:a16="http://schemas.microsoft.com/office/drawing/2014/main" id="{5C0807DC-0A1C-7ED4-9A7B-44B06309420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D4E249-207C-4E93-AE02-4AE2EA48E53E}" type="slidenum">
              <a:rPr lang="en-US" altLang="en-US">
                <a:solidFill>
                  <a:srgbClr val="FFFFFF"/>
                </a:solidFill>
                <a:latin typeface="Calibri" panose="020F0502020204030204" pitchFamily="34" charset="0"/>
              </a:rPr>
              <a:pPr/>
              <a:t>4</a:t>
            </a:fld>
            <a:endParaRPr lang="en-US" altLang="en-US">
              <a:solidFill>
                <a:srgbClr val="FFFFFF"/>
              </a:solidFill>
              <a:latin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444DD-6C96-5773-61C3-1425F6D895DE}"/>
              </a:ext>
            </a:extLst>
          </p:cNvPr>
          <p:cNvSpPr>
            <a:spLocks noGrp="1"/>
          </p:cNvSpPr>
          <p:nvPr>
            <p:ph type="title"/>
          </p:nvPr>
        </p:nvSpPr>
        <p:spPr>
          <a:xfrm>
            <a:off x="1096963" y="833438"/>
            <a:ext cx="10058400" cy="827087"/>
          </a:xfrm>
        </p:spPr>
        <p:txBody>
          <a:bodyPr/>
          <a:lstStyle/>
          <a:p>
            <a:pPr>
              <a:defRPr/>
            </a:pPr>
            <a:r>
              <a:rPr lang="en-US" sz="4000" dirty="0">
                <a:latin typeface="Times New Roman" pitchFamily="18" charset="0"/>
                <a:cs typeface="Times New Roman" pitchFamily="18" charset="0"/>
              </a:rPr>
              <a:t>Software Model</a:t>
            </a:r>
          </a:p>
        </p:txBody>
      </p:sp>
      <p:sp>
        <p:nvSpPr>
          <p:cNvPr id="14339" name="Content Placeholder 2">
            <a:extLst>
              <a:ext uri="{FF2B5EF4-FFF2-40B4-BE49-F238E27FC236}">
                <a16:creationId xmlns:a16="http://schemas.microsoft.com/office/drawing/2014/main" id="{5680EFA7-095C-21CE-AB8F-F042DB4816A5}"/>
              </a:ext>
            </a:extLst>
          </p:cNvPr>
          <p:cNvSpPr>
            <a:spLocks noGrp="1"/>
          </p:cNvSpPr>
          <p:nvPr>
            <p:ph idx="1"/>
          </p:nvPr>
        </p:nvSpPr>
        <p:spPr>
          <a:xfrm>
            <a:off x="1096963" y="1846263"/>
            <a:ext cx="10058400" cy="2668587"/>
          </a:xfrm>
        </p:spPr>
        <p:txBody>
          <a:bodyPr/>
          <a:lstStyle/>
          <a:p>
            <a:r>
              <a:rPr lang="en-US" altLang="en-US" sz="2400" b="1" dirty="0">
                <a:latin typeface="Times New Roman" panose="02020603050405020304" pitchFamily="18" charset="0"/>
                <a:cs typeface="Times New Roman" panose="02020603050405020304" pitchFamily="18" charset="0"/>
              </a:rPr>
              <a:t>Model Used </a:t>
            </a:r>
            <a:r>
              <a:rPr lang="en-US" altLang="en-US" sz="2400" dirty="0">
                <a:latin typeface="Times New Roman" panose="02020603050405020304" pitchFamily="18" charset="0"/>
                <a:cs typeface="Times New Roman" panose="02020603050405020304" pitchFamily="18" charset="0"/>
              </a:rPr>
              <a:t>:Agile Software Development </a:t>
            </a:r>
          </a:p>
          <a:p>
            <a:r>
              <a:rPr lang="en-US" altLang="en-US" sz="2400" b="1" dirty="0">
                <a:latin typeface="Times New Roman" panose="02020603050405020304" pitchFamily="18" charset="0"/>
                <a:cs typeface="Times New Roman" panose="02020603050405020304" pitchFamily="18" charset="0"/>
              </a:rPr>
              <a:t>Iterative development </a:t>
            </a:r>
            <a:r>
              <a:rPr lang="en-US" altLang="en-US" sz="2400" dirty="0">
                <a:latin typeface="Times New Roman" panose="02020603050405020304" pitchFamily="18" charset="0"/>
                <a:cs typeface="Times New Roman" panose="02020603050405020304" pitchFamily="18" charset="0"/>
              </a:rPr>
              <a:t>:</a:t>
            </a:r>
          </a:p>
          <a:p>
            <a:r>
              <a:rPr lang="en-US" altLang="en-US" sz="2400" dirty="0">
                <a:latin typeface="Times New Roman" panose="02020603050405020304" pitchFamily="18" charset="0"/>
                <a:cs typeface="Times New Roman" panose="02020603050405020304" pitchFamily="18" charset="0"/>
              </a:rPr>
              <a:t> Build, test, and improve in cycles.</a:t>
            </a:r>
          </a:p>
          <a:p>
            <a:r>
              <a:rPr lang="en-US" altLang="en-US" sz="2400" b="1" dirty="0">
                <a:latin typeface="Times New Roman" panose="02020603050405020304" pitchFamily="18" charset="0"/>
                <a:cs typeface="Times New Roman" panose="02020603050405020304" pitchFamily="18" charset="0"/>
              </a:rPr>
              <a:t>Flexible approach</a:t>
            </a:r>
            <a:r>
              <a:rPr lang="en-US" altLang="en-US" sz="2400" dirty="0">
                <a:latin typeface="Times New Roman" panose="02020603050405020304" pitchFamily="18" charset="0"/>
                <a:cs typeface="Times New Roman" panose="02020603050405020304" pitchFamily="18" charset="0"/>
              </a:rPr>
              <a:t>:</a:t>
            </a:r>
          </a:p>
          <a:p>
            <a:r>
              <a:rPr lang="en-US" altLang="en-US" sz="2400" dirty="0">
                <a:latin typeface="Times New Roman" panose="02020603050405020304" pitchFamily="18" charset="0"/>
                <a:cs typeface="Times New Roman" panose="02020603050405020304" pitchFamily="18" charset="0"/>
              </a:rPr>
              <a:t> Adapt to evolving requirements and feedback.</a:t>
            </a:r>
          </a:p>
          <a:p>
            <a:endParaRPr lang="en-US" altLang="en-US" sz="2400" b="1" dirty="0">
              <a:latin typeface="Times New Roman" panose="02020603050405020304" pitchFamily="18" charset="0"/>
              <a:cs typeface="Times New Roman" panose="02020603050405020304" pitchFamily="18" charset="0"/>
            </a:endParaRPr>
          </a:p>
          <a:p>
            <a:endParaRPr lang="en-US" altLang="en-US" sz="2400" b="1" dirty="0">
              <a:latin typeface="Times New Roman" panose="02020603050405020304" pitchFamily="18" charset="0"/>
              <a:cs typeface="Times New Roman" panose="02020603050405020304" pitchFamily="18" charset="0"/>
            </a:endParaRPr>
          </a:p>
          <a:p>
            <a:endParaRPr lang="en-US" altLang="en-US" sz="2400" b="1" dirty="0">
              <a:latin typeface="Times New Roman" panose="02020603050405020304" pitchFamily="18" charset="0"/>
              <a:cs typeface="Times New Roman" panose="02020603050405020304" pitchFamily="18" charset="0"/>
            </a:endParaRPr>
          </a:p>
          <a:p>
            <a:endParaRPr lang="en-US" altLang="en-US" sz="2400" b="1" dirty="0">
              <a:latin typeface="Times New Roman" panose="02020603050405020304" pitchFamily="18" charset="0"/>
              <a:cs typeface="Times New Roman" panose="02020603050405020304" pitchFamily="18" charset="0"/>
            </a:endParaRPr>
          </a:p>
          <a:p>
            <a:endParaRPr lang="en-US" altLang="en-US" sz="2400" b="1" dirty="0">
              <a:latin typeface="Times New Roman" panose="02020603050405020304" pitchFamily="18" charset="0"/>
              <a:cs typeface="Times New Roman" panose="02020603050405020304" pitchFamily="18" charset="0"/>
            </a:endParaRPr>
          </a:p>
          <a:p>
            <a:endParaRPr lang="en-US" altLang="en-US" dirty="0"/>
          </a:p>
        </p:txBody>
      </p:sp>
      <p:sp>
        <p:nvSpPr>
          <p:cNvPr id="4" name="Date Placeholder 3">
            <a:extLst>
              <a:ext uri="{FF2B5EF4-FFF2-40B4-BE49-F238E27FC236}">
                <a16:creationId xmlns:a16="http://schemas.microsoft.com/office/drawing/2014/main" id="{28B6EC62-17CA-036D-EA30-CCA412B19E6A}"/>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6566A4D3-FE62-8A17-A74C-16EC6902C32A}"/>
              </a:ext>
            </a:extLst>
          </p:cNvPr>
          <p:cNvSpPr>
            <a:spLocks noGrp="1"/>
          </p:cNvSpPr>
          <p:nvPr>
            <p:ph type="ftr" sz="quarter" idx="11"/>
          </p:nvPr>
        </p:nvSpPr>
        <p:spPr/>
        <p:txBody>
          <a:bodyPr/>
          <a:lstStyle/>
          <a:p>
            <a:pPr>
              <a:defRPr/>
            </a:pPr>
            <a:r>
              <a:rPr lang="en-US" dirty="0"/>
              <a:t>&lt;AI driven resume screening system&gt;</a:t>
            </a:r>
          </a:p>
        </p:txBody>
      </p:sp>
      <p:sp>
        <p:nvSpPr>
          <p:cNvPr id="14342" name="Slide Number Placeholder 5">
            <a:extLst>
              <a:ext uri="{FF2B5EF4-FFF2-40B4-BE49-F238E27FC236}">
                <a16:creationId xmlns:a16="http://schemas.microsoft.com/office/drawing/2014/main" id="{453B63FC-EB21-E505-99AC-860986A2CCF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F9A635-A83F-4512-871D-974503985085}" type="slidenum">
              <a:rPr lang="en-US" altLang="en-US">
                <a:solidFill>
                  <a:srgbClr val="FFFFFF"/>
                </a:solidFill>
                <a:latin typeface="Calibri" panose="020F0502020204030204" pitchFamily="34" charset="0"/>
              </a:rPr>
              <a:pPr/>
              <a:t>5</a:t>
            </a:fld>
            <a:endParaRPr lang="en-US" altLang="en-US">
              <a:solidFill>
                <a:srgbClr val="FFFFFF"/>
              </a:solidFill>
              <a:latin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CFB495-BCBA-9EC0-2B4D-8AC56C1D1FB3}"/>
              </a:ext>
            </a:extLst>
          </p:cNvPr>
          <p:cNvSpPr>
            <a:spLocks noGrp="1"/>
          </p:cNvSpPr>
          <p:nvPr>
            <p:ph idx="1"/>
          </p:nvPr>
        </p:nvSpPr>
        <p:spPr/>
        <p:txBody>
          <a:bodyPr/>
          <a:lstStyle/>
          <a:p>
            <a:pPr marL="0" indent="0" algn="just">
              <a:buFont typeface="Calibri" panose="020F0502020204030204" pitchFamily="34" charset="0"/>
              <a:buNone/>
              <a:defRPr/>
            </a:pPr>
            <a:r>
              <a:rPr lang="en-US" sz="2400" b="1" dirty="0">
                <a:latin typeface="Times New Roman" pitchFamily="18" charset="0"/>
                <a:cs typeface="Times New Roman" pitchFamily="18" charset="0"/>
              </a:rPr>
              <a:t> Requirements Gathering</a:t>
            </a:r>
            <a:r>
              <a:rPr lang="en-US" sz="2400" dirty="0">
                <a:latin typeface="Times New Roman" pitchFamily="18" charset="0"/>
                <a:cs typeface="Times New Roman" pitchFamily="18" charset="0"/>
              </a:rPr>
              <a:t>: Define functional and non-functional requirements.</a:t>
            </a:r>
          </a:p>
          <a:p>
            <a:pPr algn="just">
              <a:defRPr/>
            </a:pPr>
            <a:r>
              <a:rPr lang="en-US" sz="2400" b="1" dirty="0">
                <a:latin typeface="Times New Roman" pitchFamily="18" charset="0"/>
                <a:cs typeface="Times New Roman" pitchFamily="18" charset="0"/>
              </a:rPr>
              <a:t>System Design</a:t>
            </a:r>
            <a:r>
              <a:rPr lang="en-US" sz="2400" dirty="0">
                <a:latin typeface="Times New Roman" pitchFamily="18" charset="0"/>
                <a:cs typeface="Times New Roman" pitchFamily="18" charset="0"/>
              </a:rPr>
              <a:t>: Architectural design, database schema, UI/UX.</a:t>
            </a:r>
          </a:p>
          <a:p>
            <a:pPr algn="just">
              <a:defRPr/>
            </a:pPr>
            <a:r>
              <a:rPr lang="en-US" sz="2400" b="1" dirty="0">
                <a:latin typeface="Times New Roman" pitchFamily="18" charset="0"/>
                <a:cs typeface="Times New Roman" pitchFamily="18" charset="0"/>
              </a:rPr>
              <a:t>Implementation</a:t>
            </a:r>
            <a:r>
              <a:rPr lang="en-US" sz="2400" dirty="0">
                <a:latin typeface="Times New Roman" pitchFamily="18" charset="0"/>
                <a:cs typeface="Times New Roman" pitchFamily="18" charset="0"/>
              </a:rPr>
              <a:t>: Develop ATS using AI/ML models and integration with HR tools.</a:t>
            </a:r>
          </a:p>
          <a:p>
            <a:pPr algn="just">
              <a:defRPr/>
            </a:pPr>
            <a:r>
              <a:rPr lang="en-US" sz="2400" b="1" dirty="0">
                <a:latin typeface="Times New Roman" pitchFamily="18" charset="0"/>
                <a:cs typeface="Times New Roman" pitchFamily="18" charset="0"/>
              </a:rPr>
              <a:t>Testing</a:t>
            </a:r>
            <a:r>
              <a:rPr lang="en-US" sz="2400" dirty="0">
                <a:latin typeface="Times New Roman" pitchFamily="18" charset="0"/>
                <a:cs typeface="Times New Roman" pitchFamily="18" charset="0"/>
              </a:rPr>
              <a:t>: Test for accuracy, performance, and security.</a:t>
            </a:r>
          </a:p>
          <a:p>
            <a:pPr algn="just">
              <a:defRPr/>
            </a:pPr>
            <a:r>
              <a:rPr lang="en-US" sz="2400" b="1" dirty="0">
                <a:latin typeface="Times New Roman" pitchFamily="18" charset="0"/>
                <a:cs typeface="Times New Roman" pitchFamily="18" charset="0"/>
              </a:rPr>
              <a:t>Deployment and Maintenance</a:t>
            </a:r>
            <a:r>
              <a:rPr lang="en-US" sz="2400" dirty="0">
                <a:latin typeface="Times New Roman" pitchFamily="18" charset="0"/>
                <a:cs typeface="Times New Roman" pitchFamily="18" charset="0"/>
              </a:rPr>
              <a:t>: Continuous deployment with feedback for updates.</a:t>
            </a:r>
          </a:p>
          <a:p>
            <a:pPr algn="just">
              <a:defRPr/>
            </a:pPr>
            <a:endParaRPr lang="en-US" sz="2400" dirty="0"/>
          </a:p>
        </p:txBody>
      </p:sp>
      <p:sp>
        <p:nvSpPr>
          <p:cNvPr id="4" name="Date Placeholder 3">
            <a:extLst>
              <a:ext uri="{FF2B5EF4-FFF2-40B4-BE49-F238E27FC236}">
                <a16:creationId xmlns:a16="http://schemas.microsoft.com/office/drawing/2014/main" id="{2C849575-D682-5D0A-8066-1710B2A24B5B}"/>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86C9A227-CE58-F106-CA7F-29B2192C57C9}"/>
              </a:ext>
            </a:extLst>
          </p:cNvPr>
          <p:cNvSpPr>
            <a:spLocks noGrp="1"/>
          </p:cNvSpPr>
          <p:nvPr>
            <p:ph type="ftr" sz="quarter" idx="11"/>
          </p:nvPr>
        </p:nvSpPr>
        <p:spPr/>
        <p:txBody>
          <a:bodyPr/>
          <a:lstStyle/>
          <a:p>
            <a:pPr>
              <a:defRPr/>
            </a:pPr>
            <a:r>
              <a:rPr lang="en-US" dirty="0"/>
              <a:t>&lt;AI driven resume screening system&gt;</a:t>
            </a:r>
          </a:p>
        </p:txBody>
      </p:sp>
      <p:sp>
        <p:nvSpPr>
          <p:cNvPr id="15365" name="Slide Number Placeholder 5">
            <a:extLst>
              <a:ext uri="{FF2B5EF4-FFF2-40B4-BE49-F238E27FC236}">
                <a16:creationId xmlns:a16="http://schemas.microsoft.com/office/drawing/2014/main" id="{37AB784D-06CD-788D-41D2-B86C29EA3C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FA2E055-508F-4CDF-B10B-10CA7ACD591F}" type="slidenum">
              <a:rPr lang="en-US" altLang="en-US">
                <a:solidFill>
                  <a:srgbClr val="FFFFFF"/>
                </a:solidFill>
                <a:latin typeface="Calibri" panose="020F0502020204030204" pitchFamily="34" charset="0"/>
              </a:rPr>
              <a:pPr/>
              <a:t>6</a:t>
            </a:fld>
            <a:endParaRPr lang="en-US" altLang="en-US">
              <a:solidFill>
                <a:srgbClr val="FFFFFF"/>
              </a:solidFill>
              <a:latin typeface="Calibri" panose="020F0502020204030204" pitchFamily="34" charset="0"/>
            </a:endParaRPr>
          </a:p>
        </p:txBody>
      </p:sp>
      <p:sp>
        <p:nvSpPr>
          <p:cNvPr id="15366" name="TextBox 1">
            <a:extLst>
              <a:ext uri="{FF2B5EF4-FFF2-40B4-BE49-F238E27FC236}">
                <a16:creationId xmlns:a16="http://schemas.microsoft.com/office/drawing/2014/main" id="{89CC1954-D5E9-93B6-7067-AF00E464D7EE}"/>
              </a:ext>
            </a:extLst>
          </p:cNvPr>
          <p:cNvSpPr txBox="1">
            <a:spLocks noChangeArrowheads="1"/>
          </p:cNvSpPr>
          <p:nvPr/>
        </p:nvSpPr>
        <p:spPr bwMode="auto">
          <a:xfrm>
            <a:off x="1096963" y="989013"/>
            <a:ext cx="47450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4000">
                <a:latin typeface="Times New Roman" panose="02020603050405020304" pitchFamily="18" charset="0"/>
                <a:cs typeface="Times New Roman" panose="02020603050405020304" pitchFamily="18" charset="0"/>
              </a:rPr>
              <a:t>Development Phases :</a:t>
            </a:r>
          </a:p>
          <a:p>
            <a:endParaRPr lang="en-US" altLang="en-US" sz="4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DDEB-FB4F-5547-5DB0-66F803447A33}"/>
              </a:ext>
            </a:extLst>
          </p:cNvPr>
          <p:cNvSpPr>
            <a:spLocks noGrp="1"/>
          </p:cNvSpPr>
          <p:nvPr>
            <p:ph type="title"/>
          </p:nvPr>
        </p:nvSpPr>
        <p:spPr/>
        <p:txBody>
          <a:bodyPr/>
          <a:lstStyle/>
          <a:p>
            <a:pPr>
              <a:defRPr/>
            </a:pPr>
            <a:r>
              <a:rPr lang="en-US" sz="4000" dirty="0">
                <a:latin typeface="Times New Roman" pitchFamily="18" charset="0"/>
                <a:cs typeface="Times New Roman" pitchFamily="18" charset="0"/>
              </a:rPr>
              <a:t>Functional &amp; Non-functional Requirements</a:t>
            </a:r>
          </a:p>
        </p:txBody>
      </p:sp>
      <p:sp>
        <p:nvSpPr>
          <p:cNvPr id="16387" name="Content Placeholder 2">
            <a:extLst>
              <a:ext uri="{FF2B5EF4-FFF2-40B4-BE49-F238E27FC236}">
                <a16:creationId xmlns:a16="http://schemas.microsoft.com/office/drawing/2014/main" id="{A57C15D4-7ECE-50F2-FF35-33CAC9A29BFB}"/>
              </a:ext>
            </a:extLst>
          </p:cNvPr>
          <p:cNvSpPr>
            <a:spLocks noGrp="1"/>
          </p:cNvSpPr>
          <p:nvPr>
            <p:ph idx="1"/>
          </p:nvPr>
        </p:nvSpPr>
        <p:spPr>
          <a:xfrm>
            <a:off x="1096963" y="2119312"/>
            <a:ext cx="10058400" cy="3497717"/>
          </a:xfrm>
        </p:spPr>
        <p:txBody>
          <a:bodyPr/>
          <a:lstStyle/>
          <a:p>
            <a:r>
              <a:rPr lang="en-US" altLang="en-US" sz="2400" dirty="0">
                <a:latin typeface="Times New Roman" panose="02020603050405020304" pitchFamily="18" charset="0"/>
                <a:cs typeface="Times New Roman" panose="02020603050405020304" pitchFamily="18" charset="0"/>
              </a:rPr>
              <a:t>Functional Requirements:</a:t>
            </a:r>
          </a:p>
          <a:p>
            <a:pPr algn="just"/>
            <a:r>
              <a:rPr lang="en-US" altLang="en-US" sz="2400" b="1" dirty="0">
                <a:latin typeface="Times New Roman" panose="02020603050405020304" pitchFamily="18" charset="0"/>
                <a:cs typeface="Times New Roman" panose="02020603050405020304" pitchFamily="18" charset="0"/>
              </a:rPr>
              <a:t>Resume Parsing </a:t>
            </a:r>
            <a:r>
              <a:rPr lang="en-US" altLang="en-US" sz="2400" dirty="0">
                <a:latin typeface="Times New Roman" panose="02020603050405020304" pitchFamily="18" charset="0"/>
                <a:cs typeface="Times New Roman" panose="02020603050405020304" pitchFamily="18" charset="0"/>
              </a:rPr>
              <a:t>: The ATS must extract relevant information (e.g., skills, experience, education) from resumes using NLP or ML-based parsing.</a:t>
            </a:r>
          </a:p>
          <a:p>
            <a:pPr algn="just"/>
            <a:r>
              <a:rPr lang="en-US" altLang="en-US" sz="2400" b="1" dirty="0">
                <a:latin typeface="Times New Roman" panose="02020603050405020304" pitchFamily="18" charset="0"/>
                <a:cs typeface="Times New Roman" panose="02020603050405020304" pitchFamily="18" charset="0"/>
              </a:rPr>
              <a:t>Job Posting and Application Management</a:t>
            </a:r>
            <a:r>
              <a:rPr lang="en-US" altLang="en-US" sz="2400" dirty="0">
                <a:latin typeface="Times New Roman" panose="02020603050405020304" pitchFamily="18" charset="0"/>
                <a:cs typeface="Times New Roman" panose="02020603050405020304" pitchFamily="18" charset="0"/>
              </a:rPr>
              <a:t>: HR personnel should be able to create job postings, view applications, and track their status.</a:t>
            </a:r>
          </a:p>
          <a:p>
            <a:pPr algn="just"/>
            <a:r>
              <a:rPr lang="en-US" altLang="en-US" sz="2400" b="1" dirty="0">
                <a:latin typeface="Times New Roman" panose="02020603050405020304" pitchFamily="18" charset="0"/>
                <a:cs typeface="Times New Roman" panose="02020603050405020304" pitchFamily="18" charset="0"/>
              </a:rPr>
              <a:t>Candidate Ranking</a:t>
            </a:r>
            <a:r>
              <a:rPr lang="en-US" altLang="en-US" sz="2400" dirty="0">
                <a:latin typeface="Times New Roman" panose="02020603050405020304" pitchFamily="18" charset="0"/>
                <a:cs typeface="Times New Roman" panose="02020603050405020304" pitchFamily="18" charset="0"/>
              </a:rPr>
              <a:t>: AI algorithms (e.g., machine learning models) rank candidates based on relevance to the job description.</a:t>
            </a:r>
          </a:p>
        </p:txBody>
      </p:sp>
      <p:sp>
        <p:nvSpPr>
          <p:cNvPr id="4" name="Date Placeholder 3">
            <a:extLst>
              <a:ext uri="{FF2B5EF4-FFF2-40B4-BE49-F238E27FC236}">
                <a16:creationId xmlns:a16="http://schemas.microsoft.com/office/drawing/2014/main" id="{60DF178F-6679-5284-D4F9-100442D8BE1D}"/>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1ADA41CE-86DD-31FF-A4EF-DF0F9079645F}"/>
              </a:ext>
            </a:extLst>
          </p:cNvPr>
          <p:cNvSpPr>
            <a:spLocks noGrp="1"/>
          </p:cNvSpPr>
          <p:nvPr>
            <p:ph type="ftr" sz="quarter" idx="11"/>
          </p:nvPr>
        </p:nvSpPr>
        <p:spPr/>
        <p:txBody>
          <a:bodyPr/>
          <a:lstStyle/>
          <a:p>
            <a:pPr>
              <a:defRPr/>
            </a:pPr>
            <a:r>
              <a:rPr lang="en-US" dirty="0"/>
              <a:t>&lt;AI driven resume screening system&gt;</a:t>
            </a:r>
          </a:p>
        </p:txBody>
      </p:sp>
      <p:sp>
        <p:nvSpPr>
          <p:cNvPr id="16390" name="Slide Number Placeholder 5">
            <a:extLst>
              <a:ext uri="{FF2B5EF4-FFF2-40B4-BE49-F238E27FC236}">
                <a16:creationId xmlns:a16="http://schemas.microsoft.com/office/drawing/2014/main" id="{BD766C30-9911-EBC5-6765-F1A649631D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9B8BEBB-88C4-4CE7-9268-6F029DFB7136}" type="slidenum">
              <a:rPr lang="en-US" altLang="en-US">
                <a:solidFill>
                  <a:srgbClr val="FFFFFF"/>
                </a:solidFill>
                <a:latin typeface="Calibri" panose="020F0502020204030204" pitchFamily="34" charset="0"/>
              </a:rPr>
              <a:pPr/>
              <a:t>7</a:t>
            </a:fld>
            <a:endParaRPr lang="en-US" altLang="en-US">
              <a:solidFill>
                <a:srgbClr val="FFFFFF"/>
              </a:solidFill>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56C8A-30B5-D9D7-6B57-2A5D564C93D5}"/>
              </a:ext>
            </a:extLst>
          </p:cNvPr>
          <p:cNvSpPr>
            <a:spLocks noGrp="1"/>
          </p:cNvSpPr>
          <p:nvPr>
            <p:ph type="title"/>
          </p:nvPr>
        </p:nvSpPr>
        <p:spPr/>
        <p:txBody>
          <a:bodyPr/>
          <a:lstStyle/>
          <a:p>
            <a:pPr>
              <a:defRPr/>
            </a:pPr>
            <a:r>
              <a:rPr lang="en-US" altLang="en-US" sz="4000" dirty="0">
                <a:latin typeface="Times New Roman" panose="02020603050405020304" pitchFamily="18" charset="0"/>
                <a:cs typeface="Times New Roman" panose="02020603050405020304" pitchFamily="18" charset="0"/>
              </a:rPr>
              <a:t>Functional Requirements:</a:t>
            </a:r>
          </a:p>
        </p:txBody>
      </p:sp>
      <p:sp>
        <p:nvSpPr>
          <p:cNvPr id="17411" name="Content Placeholder 2">
            <a:extLst>
              <a:ext uri="{FF2B5EF4-FFF2-40B4-BE49-F238E27FC236}">
                <a16:creationId xmlns:a16="http://schemas.microsoft.com/office/drawing/2014/main" id="{5E4FBB1E-DC20-5960-2C9D-1783B83F67A4}"/>
              </a:ext>
            </a:extLst>
          </p:cNvPr>
          <p:cNvSpPr>
            <a:spLocks noGrp="1"/>
          </p:cNvSpPr>
          <p:nvPr>
            <p:ph idx="1"/>
          </p:nvPr>
        </p:nvSpPr>
        <p:spPr/>
        <p:txBody>
          <a:bodyPr/>
          <a:lstStyle/>
          <a:p>
            <a:pPr algn="just"/>
            <a:r>
              <a:rPr lang="en-US" altLang="en-US" sz="2400" b="1">
                <a:latin typeface="Times New Roman" panose="02020603050405020304" pitchFamily="18" charset="0"/>
                <a:cs typeface="Times New Roman" panose="02020603050405020304" pitchFamily="18" charset="0"/>
              </a:rPr>
              <a:t>Candidate Screening</a:t>
            </a:r>
            <a:r>
              <a:rPr lang="en-US" altLang="en-US" sz="2400">
                <a:latin typeface="Times New Roman" panose="02020603050405020304" pitchFamily="18" charset="0"/>
                <a:cs typeface="Times New Roman" panose="02020603050405020304" pitchFamily="18" charset="0"/>
              </a:rPr>
              <a:t>: Use AI to screen candidates' qualifications and skills based on predefined criteria.</a:t>
            </a:r>
          </a:p>
          <a:p>
            <a:pPr algn="just"/>
            <a:r>
              <a:rPr lang="en-US" altLang="en-US" sz="2400" b="1">
                <a:latin typeface="Times New Roman" panose="02020603050405020304" pitchFamily="18" charset="0"/>
                <a:cs typeface="Times New Roman" panose="02020603050405020304" pitchFamily="18" charset="0"/>
              </a:rPr>
              <a:t>Search and Filter</a:t>
            </a:r>
            <a:r>
              <a:rPr lang="en-US" altLang="en-US" sz="2400">
                <a:latin typeface="Times New Roman" panose="02020603050405020304" pitchFamily="18" charset="0"/>
                <a:cs typeface="Times New Roman" panose="02020603050405020304" pitchFamily="18" charset="0"/>
              </a:rPr>
              <a:t>: Ability for HR to search through candidates based on skills, experience, location, etc.</a:t>
            </a:r>
          </a:p>
        </p:txBody>
      </p:sp>
      <p:sp>
        <p:nvSpPr>
          <p:cNvPr id="4" name="Date Placeholder 3">
            <a:extLst>
              <a:ext uri="{FF2B5EF4-FFF2-40B4-BE49-F238E27FC236}">
                <a16:creationId xmlns:a16="http://schemas.microsoft.com/office/drawing/2014/main" id="{36E93E4A-573F-F5C9-B919-DB7C758DB587}"/>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61F3E509-65F9-720B-B75D-8154EEE0C981}"/>
              </a:ext>
            </a:extLst>
          </p:cNvPr>
          <p:cNvSpPr>
            <a:spLocks noGrp="1"/>
          </p:cNvSpPr>
          <p:nvPr>
            <p:ph type="ftr" sz="quarter" idx="11"/>
          </p:nvPr>
        </p:nvSpPr>
        <p:spPr/>
        <p:txBody>
          <a:bodyPr/>
          <a:lstStyle/>
          <a:p>
            <a:pPr>
              <a:defRPr/>
            </a:pPr>
            <a:r>
              <a:rPr lang="en-US" dirty="0"/>
              <a:t>&lt;AI driven resume screening system&gt;</a:t>
            </a:r>
          </a:p>
        </p:txBody>
      </p:sp>
      <p:sp>
        <p:nvSpPr>
          <p:cNvPr id="17414" name="Slide Number Placeholder 5">
            <a:extLst>
              <a:ext uri="{FF2B5EF4-FFF2-40B4-BE49-F238E27FC236}">
                <a16:creationId xmlns:a16="http://schemas.microsoft.com/office/drawing/2014/main" id="{1498FBA5-BBD1-AC1E-3816-3DCC0E3C55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A38AD3F-E8D2-462C-B381-47AF2F91A345}" type="slidenum">
              <a:rPr lang="en-US" altLang="en-US">
                <a:solidFill>
                  <a:srgbClr val="FFFFFF"/>
                </a:solidFill>
                <a:latin typeface="Calibri" panose="020F0502020204030204" pitchFamily="34" charset="0"/>
              </a:rPr>
              <a:pPr/>
              <a:t>8</a:t>
            </a:fld>
            <a:endParaRPr lang="en-US" altLang="en-US">
              <a:solidFill>
                <a:srgbClr val="FFFFFF"/>
              </a:solidFill>
              <a:latin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7E28-3989-B0B0-50FD-85E9BA0FF8D3}"/>
              </a:ext>
            </a:extLst>
          </p:cNvPr>
          <p:cNvSpPr>
            <a:spLocks noGrp="1"/>
          </p:cNvSpPr>
          <p:nvPr>
            <p:ph type="title"/>
          </p:nvPr>
        </p:nvSpPr>
        <p:spPr/>
        <p:txBody>
          <a:bodyPr/>
          <a:lstStyle/>
          <a:p>
            <a:pPr>
              <a:defRPr/>
            </a:pPr>
            <a:r>
              <a:rPr lang="en-US" sz="4000" dirty="0">
                <a:latin typeface="Times New Roman" pitchFamily="18" charset="0"/>
                <a:cs typeface="Times New Roman" pitchFamily="18" charset="0"/>
              </a:rPr>
              <a:t>Non-Functional Requirement</a:t>
            </a:r>
          </a:p>
        </p:txBody>
      </p:sp>
      <p:sp>
        <p:nvSpPr>
          <p:cNvPr id="18435" name="Content Placeholder 2">
            <a:extLst>
              <a:ext uri="{FF2B5EF4-FFF2-40B4-BE49-F238E27FC236}">
                <a16:creationId xmlns:a16="http://schemas.microsoft.com/office/drawing/2014/main" id="{52A2DDB3-A3D2-3D4A-3D32-D5E19278EE50}"/>
              </a:ext>
            </a:extLst>
          </p:cNvPr>
          <p:cNvSpPr>
            <a:spLocks noGrp="1"/>
          </p:cNvSpPr>
          <p:nvPr>
            <p:ph idx="1"/>
          </p:nvPr>
        </p:nvSpPr>
        <p:spPr/>
        <p:txBody>
          <a:bodyPr/>
          <a:lstStyle/>
          <a:p>
            <a:pPr algn="just"/>
            <a:r>
              <a:rPr lang="en-US" altLang="en-US" sz="2400" b="1">
                <a:latin typeface="Times New Roman" panose="02020603050405020304" pitchFamily="18" charset="0"/>
                <a:cs typeface="Times New Roman" panose="02020603050405020304" pitchFamily="18" charset="0"/>
              </a:rPr>
              <a:t>Performance</a:t>
            </a:r>
            <a:r>
              <a:rPr lang="en-US" altLang="en-US" sz="2400">
                <a:latin typeface="Times New Roman" panose="02020603050405020304" pitchFamily="18" charset="0"/>
                <a:cs typeface="Times New Roman" panose="02020603050405020304" pitchFamily="18" charset="0"/>
              </a:rPr>
              <a:t>: The system should support a large number of applicants and job postings, ensuring scalability as user load increases.</a:t>
            </a:r>
          </a:p>
          <a:p>
            <a:pPr algn="just"/>
            <a:r>
              <a:rPr lang="en-US" altLang="en-US" sz="2400" b="1">
                <a:latin typeface="Times New Roman" panose="02020603050405020304" pitchFamily="18" charset="0"/>
                <a:cs typeface="Times New Roman" panose="02020603050405020304" pitchFamily="18" charset="0"/>
              </a:rPr>
              <a:t>Reliability</a:t>
            </a:r>
            <a:r>
              <a:rPr lang="en-US" altLang="en-US" sz="2400">
                <a:latin typeface="Times New Roman" panose="02020603050405020304" pitchFamily="18" charset="0"/>
                <a:cs typeface="Times New Roman" panose="02020603050405020304" pitchFamily="18" charset="0"/>
              </a:rPr>
              <a:t>: The ATS should have high uptime and fault tolerance to ensure continuous availability.</a:t>
            </a:r>
          </a:p>
          <a:p>
            <a:pPr algn="just"/>
            <a:r>
              <a:rPr lang="en-US" altLang="en-US" sz="2400" b="1">
                <a:latin typeface="Times New Roman" panose="02020603050405020304" pitchFamily="18" charset="0"/>
                <a:cs typeface="Times New Roman" panose="02020603050405020304" pitchFamily="18" charset="0"/>
              </a:rPr>
              <a:t>Security</a:t>
            </a:r>
            <a:r>
              <a:rPr lang="en-US" altLang="en-US" sz="2400">
                <a:latin typeface="Times New Roman" panose="02020603050405020304" pitchFamily="18" charset="0"/>
                <a:cs typeface="Times New Roman" panose="02020603050405020304" pitchFamily="18" charset="0"/>
              </a:rPr>
              <a:t>: User data must be encrypted, and sensitive information (e.g., resumes) must be securely stored and transmitted. Role-based access control (RBAC) .</a:t>
            </a:r>
          </a:p>
          <a:p>
            <a:pPr algn="just"/>
            <a:r>
              <a:rPr lang="en-US" altLang="en-US" sz="2400" b="1">
                <a:latin typeface="Times New Roman" panose="02020603050405020304" pitchFamily="18" charset="0"/>
                <a:cs typeface="Times New Roman" panose="02020603050405020304" pitchFamily="18" charset="0"/>
              </a:rPr>
              <a:t>Usability</a:t>
            </a:r>
            <a:r>
              <a:rPr lang="en-US" altLang="en-US" sz="2400">
                <a:latin typeface="Times New Roman" panose="02020603050405020304" pitchFamily="18" charset="0"/>
                <a:cs typeface="Times New Roman" panose="02020603050405020304" pitchFamily="18" charset="0"/>
              </a:rPr>
              <a:t>: The interface should be intuitive and easy for HR personnel to use with minimal training.</a:t>
            </a:r>
          </a:p>
          <a:p>
            <a:pPr algn="just"/>
            <a:r>
              <a:rPr lang="en-US" altLang="en-US" sz="2400" b="1">
                <a:latin typeface="Times New Roman" panose="02020603050405020304" pitchFamily="18" charset="0"/>
                <a:cs typeface="Times New Roman" panose="02020603050405020304" pitchFamily="18" charset="0"/>
              </a:rPr>
              <a:t>Scalability</a:t>
            </a:r>
            <a:r>
              <a:rPr lang="en-US" altLang="en-US" sz="2400">
                <a:latin typeface="Times New Roman" panose="02020603050405020304" pitchFamily="18" charset="0"/>
                <a:cs typeface="Times New Roman" panose="02020603050405020304" pitchFamily="18" charset="0"/>
              </a:rPr>
              <a:t>: The system should be able to handle increasing data volume as the number of applications grows over time.</a:t>
            </a:r>
          </a:p>
        </p:txBody>
      </p:sp>
      <p:sp>
        <p:nvSpPr>
          <p:cNvPr id="4" name="Date Placeholder 3">
            <a:extLst>
              <a:ext uri="{FF2B5EF4-FFF2-40B4-BE49-F238E27FC236}">
                <a16:creationId xmlns:a16="http://schemas.microsoft.com/office/drawing/2014/main" id="{3ECEBB09-D1B2-DC09-B8F8-0647D742BAE1}"/>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C86ACBAD-302C-8E1F-06E9-B28C32721599}"/>
              </a:ext>
            </a:extLst>
          </p:cNvPr>
          <p:cNvSpPr>
            <a:spLocks noGrp="1"/>
          </p:cNvSpPr>
          <p:nvPr>
            <p:ph type="ftr" sz="quarter" idx="11"/>
          </p:nvPr>
        </p:nvSpPr>
        <p:spPr/>
        <p:txBody>
          <a:bodyPr/>
          <a:lstStyle/>
          <a:p>
            <a:pPr>
              <a:defRPr/>
            </a:pPr>
            <a:r>
              <a:rPr lang="en-US" dirty="0"/>
              <a:t>&lt;AI driven resume screening system&gt;</a:t>
            </a:r>
          </a:p>
        </p:txBody>
      </p:sp>
      <p:sp>
        <p:nvSpPr>
          <p:cNvPr id="18438" name="Slide Number Placeholder 5">
            <a:extLst>
              <a:ext uri="{FF2B5EF4-FFF2-40B4-BE49-F238E27FC236}">
                <a16:creationId xmlns:a16="http://schemas.microsoft.com/office/drawing/2014/main" id="{8FDEBA2E-D13E-0709-DF46-C2CFB6A430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5F13BA-5A81-4BDD-8596-A082997D8E0D}" type="slidenum">
              <a:rPr lang="en-US" altLang="en-US">
                <a:solidFill>
                  <a:srgbClr val="FFFFFF"/>
                </a:solidFill>
                <a:latin typeface="Calibri" panose="020F0502020204030204" pitchFamily="34" charset="0"/>
              </a:rPr>
              <a:pPr/>
              <a:t>9</a:t>
            </a:fld>
            <a:endParaRPr lang="en-US" altLang="en-US">
              <a:solidFill>
                <a:srgbClr val="FFFFFF"/>
              </a:solidFill>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824C-8A55-9366-E5CE-420C1590575D}"/>
              </a:ext>
            </a:extLst>
          </p:cNvPr>
          <p:cNvSpPr>
            <a:spLocks noGrp="1"/>
          </p:cNvSpPr>
          <p:nvPr>
            <p:ph type="title"/>
          </p:nvPr>
        </p:nvSpPr>
        <p:spPr>
          <a:xfrm>
            <a:off x="1154113" y="1021865"/>
            <a:ext cx="10058400" cy="708025"/>
          </a:xfrm>
        </p:spPr>
        <p:txBody>
          <a:bodyPr/>
          <a:lstStyle/>
          <a:p>
            <a:pPr>
              <a:defRPr/>
            </a:pPr>
            <a:r>
              <a:rPr lang="en-US" sz="4000" dirty="0">
                <a:latin typeface="Times New Roman" panose="02020603050405020304" pitchFamily="18" charset="0"/>
                <a:cs typeface="Times New Roman" panose="02020603050405020304" pitchFamily="18" charset="0"/>
              </a:rPr>
              <a:t>UML Diagrams</a:t>
            </a:r>
          </a:p>
        </p:txBody>
      </p:sp>
      <p:sp>
        <p:nvSpPr>
          <p:cNvPr id="4" name="Date Placeholder 3">
            <a:extLst>
              <a:ext uri="{FF2B5EF4-FFF2-40B4-BE49-F238E27FC236}">
                <a16:creationId xmlns:a16="http://schemas.microsoft.com/office/drawing/2014/main" id="{9FB9FEE4-E66D-068C-F28D-3B6A434BC40A}"/>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9309D845-2831-7CFD-446F-880D358749DC}"/>
              </a:ext>
            </a:extLst>
          </p:cNvPr>
          <p:cNvSpPr>
            <a:spLocks noGrp="1"/>
          </p:cNvSpPr>
          <p:nvPr>
            <p:ph type="ftr" sz="quarter" idx="11"/>
          </p:nvPr>
        </p:nvSpPr>
        <p:spPr/>
        <p:txBody>
          <a:bodyPr/>
          <a:lstStyle/>
          <a:p>
            <a:pPr>
              <a:defRPr/>
            </a:pPr>
            <a:r>
              <a:rPr lang="en-US" dirty="0"/>
              <a:t>&lt;AI driven resume screening system&gt;</a:t>
            </a:r>
          </a:p>
        </p:txBody>
      </p:sp>
      <p:sp>
        <p:nvSpPr>
          <p:cNvPr id="21509" name="Slide Number Placeholder 5">
            <a:extLst>
              <a:ext uri="{FF2B5EF4-FFF2-40B4-BE49-F238E27FC236}">
                <a16:creationId xmlns:a16="http://schemas.microsoft.com/office/drawing/2014/main" id="{92358761-6D5E-BC88-C95C-E91C705D15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06BC0E8-0384-4EC6-A816-97D56C870822}" type="slidenum">
              <a:rPr lang="en-US" altLang="en-US">
                <a:solidFill>
                  <a:srgbClr val="FFFFFF"/>
                </a:solidFill>
                <a:latin typeface="Calibri" panose="020F0502020204030204" pitchFamily="34" charset="0"/>
              </a:rPr>
              <a:pPr/>
              <a:t>10</a:t>
            </a:fld>
            <a:endParaRPr lang="en-US" altLang="en-US">
              <a:solidFill>
                <a:srgbClr val="FFFFFF"/>
              </a:solidFill>
              <a:latin typeface="Calibri" panose="020F0502020204030204" pitchFamily="34" charset="0"/>
            </a:endParaRPr>
          </a:p>
        </p:txBody>
      </p:sp>
      <p:sp>
        <p:nvSpPr>
          <p:cNvPr id="21511" name="TextBox 9">
            <a:extLst>
              <a:ext uri="{FF2B5EF4-FFF2-40B4-BE49-F238E27FC236}">
                <a16:creationId xmlns:a16="http://schemas.microsoft.com/office/drawing/2014/main" id="{3CD68759-4711-A8D5-F6B9-D93FB2C24959}"/>
              </a:ext>
            </a:extLst>
          </p:cNvPr>
          <p:cNvSpPr txBox="1">
            <a:spLocks noChangeArrowheads="1"/>
          </p:cNvSpPr>
          <p:nvPr/>
        </p:nvSpPr>
        <p:spPr bwMode="auto">
          <a:xfrm>
            <a:off x="1066800" y="2974764"/>
            <a:ext cx="417454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4000" dirty="0">
                <a:latin typeface="Times New Roman" panose="02020603050405020304" pitchFamily="18" charset="0"/>
                <a:cs typeface="Times New Roman" panose="02020603050405020304" pitchFamily="18" charset="0"/>
              </a:rPr>
              <a:t>Use Case Diagram:</a:t>
            </a:r>
            <a:endParaRPr lang="en-US" altLang="en-US" sz="4000" dirty="0"/>
          </a:p>
        </p:txBody>
      </p:sp>
      <p:pic>
        <p:nvPicPr>
          <p:cNvPr id="9" name="Picture 8">
            <a:extLst>
              <a:ext uri="{FF2B5EF4-FFF2-40B4-BE49-F238E27FC236}">
                <a16:creationId xmlns:a16="http://schemas.microsoft.com/office/drawing/2014/main" id="{1B5597F3-9D86-3F1F-E382-2894B62859E2}"/>
              </a:ext>
            </a:extLst>
          </p:cNvPr>
          <p:cNvPicPr>
            <a:picLocks noChangeAspect="1"/>
          </p:cNvPicPr>
          <p:nvPr/>
        </p:nvPicPr>
        <p:blipFill>
          <a:blip r:embed="rId2"/>
          <a:stretch>
            <a:fillRect/>
          </a:stretch>
        </p:blipFill>
        <p:spPr>
          <a:xfrm>
            <a:off x="5346837" y="226278"/>
            <a:ext cx="6845164" cy="59704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2B8D9-52C3-393C-8BD4-37863AA1D9DE}"/>
              </a:ext>
            </a:extLst>
          </p:cNvPr>
          <p:cNvSpPr>
            <a:spLocks noGrp="1"/>
          </p:cNvSpPr>
          <p:nvPr>
            <p:ph type="title"/>
          </p:nvPr>
        </p:nvSpPr>
        <p:spPr>
          <a:xfrm>
            <a:off x="760413" y="287338"/>
            <a:ext cx="10058400" cy="1449387"/>
          </a:xfrm>
        </p:spPr>
        <p:txBody>
          <a:bodyPr/>
          <a:lstStyle/>
          <a:p>
            <a:pPr>
              <a:defRPr/>
            </a:pPr>
            <a:r>
              <a:rPr lang="en-US" sz="4000" dirty="0">
                <a:latin typeface="Times New Roman" panose="02020603050405020304" pitchFamily="18" charset="0"/>
                <a:cs typeface="Times New Roman" panose="02020603050405020304" pitchFamily="18" charset="0"/>
              </a:rPr>
              <a:t>Activity Diagram</a:t>
            </a:r>
          </a:p>
        </p:txBody>
      </p:sp>
      <p:pic>
        <p:nvPicPr>
          <p:cNvPr id="22531" name="Content Placeholder 5">
            <a:extLst>
              <a:ext uri="{FF2B5EF4-FFF2-40B4-BE49-F238E27FC236}">
                <a16:creationId xmlns:a16="http://schemas.microsoft.com/office/drawing/2014/main" id="{210FF21B-BC67-E98E-B21E-04F201ECA9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33900" y="287338"/>
            <a:ext cx="3452813" cy="6019800"/>
          </a:xfrm>
        </p:spPr>
      </p:pic>
      <p:sp>
        <p:nvSpPr>
          <p:cNvPr id="4" name="Date Placeholder 3">
            <a:extLst>
              <a:ext uri="{FF2B5EF4-FFF2-40B4-BE49-F238E27FC236}">
                <a16:creationId xmlns:a16="http://schemas.microsoft.com/office/drawing/2014/main" id="{0FB15545-B18B-C93F-AB68-D2FFB99C1276}"/>
              </a:ext>
            </a:extLst>
          </p:cNvPr>
          <p:cNvSpPr>
            <a:spLocks noGrp="1"/>
          </p:cNvSpPr>
          <p:nvPr>
            <p:ph type="dt" sz="quarter" idx="10"/>
          </p:nvPr>
        </p:nvSpPr>
        <p:spPr/>
        <p:txBody>
          <a:bodyPr/>
          <a:lstStyle/>
          <a:p>
            <a:pPr>
              <a:defRPr/>
            </a:pPr>
            <a:fld id="{D1E8C889-362C-4AFC-9FB1-BC657E77883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2BA108ED-4D80-3D64-F256-D75AAA50D84B}"/>
              </a:ext>
            </a:extLst>
          </p:cNvPr>
          <p:cNvSpPr>
            <a:spLocks noGrp="1"/>
          </p:cNvSpPr>
          <p:nvPr>
            <p:ph type="ftr" sz="quarter" idx="11"/>
          </p:nvPr>
        </p:nvSpPr>
        <p:spPr/>
        <p:txBody>
          <a:bodyPr/>
          <a:lstStyle/>
          <a:p>
            <a:pPr>
              <a:defRPr/>
            </a:pPr>
            <a:r>
              <a:rPr lang="en-US" dirty="0"/>
              <a:t>&lt;AI driven resume screening system&gt;</a:t>
            </a:r>
          </a:p>
        </p:txBody>
      </p:sp>
      <p:sp>
        <p:nvSpPr>
          <p:cNvPr id="22534" name="Slide Number Placeholder 5">
            <a:extLst>
              <a:ext uri="{FF2B5EF4-FFF2-40B4-BE49-F238E27FC236}">
                <a16:creationId xmlns:a16="http://schemas.microsoft.com/office/drawing/2014/main" id="{86EDE41B-6175-11E0-E425-6226662201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49F9EF-6EC5-498C-8E94-E786F2BE935E}" type="slidenum">
              <a:rPr lang="en-US" altLang="en-US">
                <a:solidFill>
                  <a:srgbClr val="FFFFFF"/>
                </a:solidFill>
                <a:latin typeface="Calibri" panose="020F0502020204030204" pitchFamily="34" charset="0"/>
              </a:rPr>
              <a:pPr/>
              <a:t>11</a:t>
            </a:fld>
            <a:endParaRPr lang="en-US" altLang="en-US">
              <a:solidFill>
                <a:srgbClr val="FFFFFF"/>
              </a:solidFill>
              <a:latin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6B53-797F-41DE-C330-07E9F9C4B486}"/>
              </a:ext>
            </a:extLst>
          </p:cNvPr>
          <p:cNvSpPr>
            <a:spLocks noGrp="1"/>
          </p:cNvSpPr>
          <p:nvPr>
            <p:ph type="title"/>
          </p:nvPr>
        </p:nvSpPr>
        <p:spPr/>
        <p:txBody>
          <a:bodyPr/>
          <a:lstStyle/>
          <a:p>
            <a:pPr>
              <a:defRPr/>
            </a:pPr>
            <a:r>
              <a:rPr lang="en-US" sz="4000" dirty="0">
                <a:latin typeface="Times New Roman" panose="02020603050405020304" pitchFamily="18" charset="0"/>
                <a:cs typeface="Times New Roman" panose="02020603050405020304" pitchFamily="18" charset="0"/>
              </a:rPr>
              <a:t>Sequence Diagram</a:t>
            </a:r>
          </a:p>
        </p:txBody>
      </p:sp>
      <p:pic>
        <p:nvPicPr>
          <p:cNvPr id="23555" name="Content Placeholder 7">
            <a:extLst>
              <a:ext uri="{FF2B5EF4-FFF2-40B4-BE49-F238E27FC236}">
                <a16:creationId xmlns:a16="http://schemas.microsoft.com/office/drawing/2014/main" id="{BCA1D64B-A896-6B29-0A9D-86225F016D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8825" y="1736725"/>
            <a:ext cx="8194675" cy="4508500"/>
          </a:xfrm>
        </p:spPr>
      </p:pic>
      <p:sp>
        <p:nvSpPr>
          <p:cNvPr id="4" name="Date Placeholder 3">
            <a:extLst>
              <a:ext uri="{FF2B5EF4-FFF2-40B4-BE49-F238E27FC236}">
                <a16:creationId xmlns:a16="http://schemas.microsoft.com/office/drawing/2014/main" id="{1DA8D484-9EC7-5CDA-2C30-9478E5224131}"/>
              </a:ext>
            </a:extLst>
          </p:cNvPr>
          <p:cNvSpPr>
            <a:spLocks noGrp="1"/>
          </p:cNvSpPr>
          <p:nvPr>
            <p:ph type="dt" sz="quarter" idx="10"/>
          </p:nvPr>
        </p:nvSpPr>
        <p:spPr/>
        <p:txBody>
          <a:bodyPr/>
          <a:lstStyle/>
          <a:p>
            <a:pPr>
              <a:defRPr/>
            </a:pPr>
            <a:fld id="{BDF73FFF-3E88-4E57-B496-0531308F3742}" type="datetime9">
              <a:rPr lang="en-US" smtClean="0"/>
              <a:pPr>
                <a:defRPr/>
              </a:pPr>
              <a:t>11/13/2024 9:27:23 AM</a:t>
            </a:fld>
            <a:endParaRPr lang="en-US"/>
          </a:p>
        </p:txBody>
      </p:sp>
      <p:sp>
        <p:nvSpPr>
          <p:cNvPr id="5" name="Footer Placeholder 4">
            <a:extLst>
              <a:ext uri="{FF2B5EF4-FFF2-40B4-BE49-F238E27FC236}">
                <a16:creationId xmlns:a16="http://schemas.microsoft.com/office/drawing/2014/main" id="{12273863-E7CE-1FFC-9D75-F45AB26F2EAB}"/>
              </a:ext>
            </a:extLst>
          </p:cNvPr>
          <p:cNvSpPr>
            <a:spLocks noGrp="1"/>
          </p:cNvSpPr>
          <p:nvPr>
            <p:ph type="ftr" sz="quarter" idx="11"/>
          </p:nvPr>
        </p:nvSpPr>
        <p:spPr/>
        <p:txBody>
          <a:bodyPr/>
          <a:lstStyle/>
          <a:p>
            <a:pPr>
              <a:defRPr/>
            </a:pPr>
            <a:r>
              <a:rPr lang="en-US" dirty="0"/>
              <a:t>&lt;AI driven resume screening system&gt;</a:t>
            </a:r>
          </a:p>
        </p:txBody>
      </p:sp>
      <p:sp>
        <p:nvSpPr>
          <p:cNvPr id="23558" name="Slide Number Placeholder 5">
            <a:extLst>
              <a:ext uri="{FF2B5EF4-FFF2-40B4-BE49-F238E27FC236}">
                <a16:creationId xmlns:a16="http://schemas.microsoft.com/office/drawing/2014/main" id="{2A71F99D-9D5A-B392-6A10-EB50EC2D8C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51CBAA2-97FD-4AB2-9810-9D0DFEFCC871}" type="slidenum">
              <a:rPr lang="en-US" altLang="en-US">
                <a:solidFill>
                  <a:srgbClr val="FFFFFF"/>
                </a:solidFill>
                <a:latin typeface="Calibri" panose="020F0502020204030204" pitchFamily="34" charset="0"/>
              </a:rPr>
              <a:pPr/>
              <a:t>12</a:t>
            </a:fld>
            <a:endParaRPr lang="en-US" altLang="en-US">
              <a:solidFill>
                <a:srgbClr val="FFFFFF"/>
              </a:solidFill>
              <a:latin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670C7-47C6-32B9-BCD8-5B4DD4279A10}"/>
              </a:ext>
            </a:extLst>
          </p:cNvPr>
          <p:cNvSpPr>
            <a:spLocks noGrp="1"/>
          </p:cNvSpPr>
          <p:nvPr>
            <p:ph type="title"/>
          </p:nvPr>
        </p:nvSpPr>
        <p:spPr/>
        <p:txBody>
          <a:bodyPr/>
          <a:lstStyle/>
          <a:p>
            <a:pPr>
              <a:defRPr/>
            </a:pPr>
            <a:r>
              <a:rPr lang="en-US" sz="4000" dirty="0">
                <a:latin typeface="Times New Roman" panose="02020603050405020304" pitchFamily="18" charset="0"/>
                <a:cs typeface="Times New Roman" panose="02020603050405020304" pitchFamily="18" charset="0"/>
              </a:rPr>
              <a:t>Detailed Description of Components</a:t>
            </a:r>
          </a:p>
        </p:txBody>
      </p:sp>
      <p:sp>
        <p:nvSpPr>
          <p:cNvPr id="3" name="Date Placeholder 2">
            <a:extLst>
              <a:ext uri="{FF2B5EF4-FFF2-40B4-BE49-F238E27FC236}">
                <a16:creationId xmlns:a16="http://schemas.microsoft.com/office/drawing/2014/main" id="{023760B0-1715-4A19-85FF-5D81B9EBA054}"/>
              </a:ext>
            </a:extLst>
          </p:cNvPr>
          <p:cNvSpPr>
            <a:spLocks noGrp="1"/>
          </p:cNvSpPr>
          <p:nvPr>
            <p:ph type="dt" sz="quarter" idx="10"/>
          </p:nvPr>
        </p:nvSpPr>
        <p:spPr/>
        <p:txBody>
          <a:bodyPr/>
          <a:lstStyle/>
          <a:p>
            <a:pPr>
              <a:defRPr/>
            </a:pPr>
            <a:fld id="{5FBC3899-8665-49B1-ABF8-85345004B5C8}" type="datetime9">
              <a:rPr lang="en-US" smtClean="0"/>
              <a:pPr>
                <a:defRPr/>
              </a:pPr>
              <a:t>11/13/2024 9:27:23 AM</a:t>
            </a:fld>
            <a:endParaRPr lang="en-US"/>
          </a:p>
        </p:txBody>
      </p:sp>
      <p:sp>
        <p:nvSpPr>
          <p:cNvPr id="4" name="Footer Placeholder 3">
            <a:extLst>
              <a:ext uri="{FF2B5EF4-FFF2-40B4-BE49-F238E27FC236}">
                <a16:creationId xmlns:a16="http://schemas.microsoft.com/office/drawing/2014/main" id="{9B17334E-F751-7F9F-3245-B508E6C69FBE}"/>
              </a:ext>
            </a:extLst>
          </p:cNvPr>
          <p:cNvSpPr>
            <a:spLocks noGrp="1"/>
          </p:cNvSpPr>
          <p:nvPr>
            <p:ph type="ftr" sz="quarter" idx="11"/>
          </p:nvPr>
        </p:nvSpPr>
        <p:spPr/>
        <p:txBody>
          <a:bodyPr/>
          <a:lstStyle/>
          <a:p>
            <a:pPr>
              <a:defRPr/>
            </a:pPr>
            <a:r>
              <a:rPr lang="en-US" dirty="0"/>
              <a:t>&lt;AI driven resume screening system&gt;</a:t>
            </a:r>
          </a:p>
        </p:txBody>
      </p:sp>
      <p:sp>
        <p:nvSpPr>
          <p:cNvPr id="24581" name="Slide Number Placeholder 4">
            <a:extLst>
              <a:ext uri="{FF2B5EF4-FFF2-40B4-BE49-F238E27FC236}">
                <a16:creationId xmlns:a16="http://schemas.microsoft.com/office/drawing/2014/main" id="{04F38E4C-E4B0-AE7C-FA0E-5927C814D9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D0D6CE0-4691-4E0E-AC4D-2B0D88631336}" type="slidenum">
              <a:rPr lang="en-US" altLang="en-US">
                <a:solidFill>
                  <a:srgbClr val="FFFFFF"/>
                </a:solidFill>
                <a:latin typeface="Calibri" panose="020F0502020204030204" pitchFamily="34" charset="0"/>
              </a:rPr>
              <a:pPr/>
              <a:t>13</a:t>
            </a:fld>
            <a:endParaRPr lang="en-US" altLang="en-US">
              <a:solidFill>
                <a:srgbClr val="FFFFFF"/>
              </a:solidFill>
              <a:latin typeface="Calibri" panose="020F0502020204030204" pitchFamily="34" charset="0"/>
            </a:endParaRPr>
          </a:p>
        </p:txBody>
      </p:sp>
      <p:sp>
        <p:nvSpPr>
          <p:cNvPr id="24582" name="TextBox 6">
            <a:extLst>
              <a:ext uri="{FF2B5EF4-FFF2-40B4-BE49-F238E27FC236}">
                <a16:creationId xmlns:a16="http://schemas.microsoft.com/office/drawing/2014/main" id="{DA162D9F-9312-EC65-F8FE-1D8BF58927D5}"/>
              </a:ext>
            </a:extLst>
          </p:cNvPr>
          <p:cNvSpPr txBox="1">
            <a:spLocks noChangeArrowheads="1"/>
          </p:cNvSpPr>
          <p:nvPr/>
        </p:nvSpPr>
        <p:spPr bwMode="auto">
          <a:xfrm>
            <a:off x="1096963" y="1931988"/>
            <a:ext cx="999807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Modules:</a:t>
            </a:r>
            <a:endParaRPr lang="en-US" alt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Resume Parser:</a:t>
            </a:r>
            <a:r>
              <a:rPr lang="en-US" altLang="en-US" sz="2400">
                <a:latin typeface="Times New Roman" panose="02020603050405020304" pitchFamily="18" charset="0"/>
                <a:cs typeface="Times New Roman" panose="02020603050405020304" pitchFamily="18" charset="0"/>
              </a:rPr>
              <a:t> Extracts text, sections, and key points from resumes.</a:t>
            </a:r>
          </a:p>
          <a:p>
            <a:pPr lvl="1">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Candidate Ranking Engine:</a:t>
            </a:r>
            <a:r>
              <a:rPr lang="en-US" altLang="en-US" sz="2400">
                <a:latin typeface="Times New Roman" panose="02020603050405020304" pitchFamily="18" charset="0"/>
                <a:cs typeface="Times New Roman" panose="02020603050405020304" pitchFamily="18" charset="0"/>
              </a:rPr>
              <a:t> Evaluates skill relevance and ranks candidates.</a:t>
            </a:r>
          </a:p>
          <a:p>
            <a:pPr lvl="1">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Bias Checker:</a:t>
            </a:r>
            <a:r>
              <a:rPr lang="en-US" altLang="en-US" sz="2400">
                <a:latin typeface="Times New Roman" panose="02020603050405020304" pitchFamily="18" charset="0"/>
                <a:cs typeface="Times New Roman" panose="02020603050405020304" pitchFamily="18" charset="0"/>
              </a:rPr>
              <a:t> Ensures unbiased assessment of candidates by masking demographic data.</a:t>
            </a:r>
          </a:p>
          <a:p>
            <a:pPr lvl="1">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Language Processor:</a:t>
            </a:r>
            <a:r>
              <a:rPr lang="en-US" altLang="en-US" sz="2400">
                <a:latin typeface="Times New Roman" panose="02020603050405020304" pitchFamily="18" charset="0"/>
                <a:cs typeface="Times New Roman" panose="02020603050405020304" pitchFamily="18" charset="0"/>
              </a:rPr>
              <a:t> Supports multi-language parsing for diverse applications.</a:t>
            </a:r>
          </a:p>
          <a:p>
            <a:pPr lvl="1">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Recommendation System:</a:t>
            </a:r>
            <a:r>
              <a:rPr lang="en-US" altLang="en-US" sz="2400">
                <a:latin typeface="Times New Roman" panose="02020603050405020304" pitchFamily="18" charset="0"/>
                <a:cs typeface="Times New Roman" panose="02020603050405020304" pitchFamily="18" charset="0"/>
              </a:rPr>
              <a:t> Suggests alternative roles based on the candidate's profile.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1FA3-64ED-94EC-DC92-F23F4E749415}"/>
              </a:ext>
            </a:extLst>
          </p:cNvPr>
          <p:cNvSpPr>
            <a:spLocks noGrp="1"/>
          </p:cNvSpPr>
          <p:nvPr>
            <p:ph type="title"/>
          </p:nvPr>
        </p:nvSpPr>
        <p:spPr/>
        <p:txBody>
          <a:bodyPr/>
          <a:lstStyle/>
          <a:p>
            <a:pPr>
              <a:defRPr/>
            </a:pPr>
            <a:r>
              <a:rPr lang="en-US" sz="4000" dirty="0">
                <a:latin typeface="Times New Roman" panose="02020603050405020304" pitchFamily="18" charset="0"/>
                <a:cs typeface="Times New Roman" panose="02020603050405020304" pitchFamily="18" charset="0"/>
              </a:rPr>
              <a:t>Detailed Description of Components</a:t>
            </a:r>
            <a:endParaRPr lang="en-US" sz="4000" dirty="0"/>
          </a:p>
        </p:txBody>
      </p:sp>
      <p:sp>
        <p:nvSpPr>
          <p:cNvPr id="3" name="Date Placeholder 2">
            <a:extLst>
              <a:ext uri="{FF2B5EF4-FFF2-40B4-BE49-F238E27FC236}">
                <a16:creationId xmlns:a16="http://schemas.microsoft.com/office/drawing/2014/main" id="{68EC246C-4C6F-4692-CFB3-8E0B8063B8C7}"/>
              </a:ext>
            </a:extLst>
          </p:cNvPr>
          <p:cNvSpPr>
            <a:spLocks noGrp="1"/>
          </p:cNvSpPr>
          <p:nvPr>
            <p:ph type="dt" sz="quarter" idx="10"/>
          </p:nvPr>
        </p:nvSpPr>
        <p:spPr/>
        <p:txBody>
          <a:bodyPr/>
          <a:lstStyle/>
          <a:p>
            <a:pPr>
              <a:defRPr/>
            </a:pPr>
            <a:fld id="{5FBC3899-8665-49B1-ABF8-85345004B5C8}" type="datetime9">
              <a:rPr lang="en-US" smtClean="0"/>
              <a:pPr>
                <a:defRPr/>
              </a:pPr>
              <a:t>11/13/2024 9:27:23 AM</a:t>
            </a:fld>
            <a:endParaRPr lang="en-US"/>
          </a:p>
        </p:txBody>
      </p:sp>
      <p:sp>
        <p:nvSpPr>
          <p:cNvPr id="4" name="Footer Placeholder 3">
            <a:extLst>
              <a:ext uri="{FF2B5EF4-FFF2-40B4-BE49-F238E27FC236}">
                <a16:creationId xmlns:a16="http://schemas.microsoft.com/office/drawing/2014/main" id="{5367365E-BC5E-3422-4BD6-5C5931015F94}"/>
              </a:ext>
            </a:extLst>
          </p:cNvPr>
          <p:cNvSpPr>
            <a:spLocks noGrp="1"/>
          </p:cNvSpPr>
          <p:nvPr>
            <p:ph type="ftr" sz="quarter" idx="11"/>
          </p:nvPr>
        </p:nvSpPr>
        <p:spPr/>
        <p:txBody>
          <a:bodyPr/>
          <a:lstStyle/>
          <a:p>
            <a:pPr>
              <a:defRPr/>
            </a:pPr>
            <a:r>
              <a:rPr lang="en-US" dirty="0"/>
              <a:t>&lt;AI driven resume screening system&gt;</a:t>
            </a:r>
          </a:p>
        </p:txBody>
      </p:sp>
      <p:sp>
        <p:nvSpPr>
          <p:cNvPr id="25605" name="Slide Number Placeholder 4">
            <a:extLst>
              <a:ext uri="{FF2B5EF4-FFF2-40B4-BE49-F238E27FC236}">
                <a16:creationId xmlns:a16="http://schemas.microsoft.com/office/drawing/2014/main" id="{62D88761-080D-9CDA-8E1D-7700CAB1EAF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29DFE0-6BAB-4522-9061-293F2FE0E699}" type="slidenum">
              <a:rPr lang="en-US" altLang="en-US">
                <a:solidFill>
                  <a:srgbClr val="FFFFFF"/>
                </a:solidFill>
                <a:latin typeface="Calibri" panose="020F0502020204030204" pitchFamily="34" charset="0"/>
              </a:rPr>
              <a:pPr/>
              <a:t>14</a:t>
            </a:fld>
            <a:endParaRPr lang="en-US" altLang="en-US">
              <a:solidFill>
                <a:srgbClr val="FFFFFF"/>
              </a:solidFill>
              <a:latin typeface="Calibri" panose="020F0502020204030204" pitchFamily="34" charset="0"/>
            </a:endParaRPr>
          </a:p>
        </p:txBody>
      </p:sp>
      <p:sp>
        <p:nvSpPr>
          <p:cNvPr id="25606" name="TextBox 6">
            <a:extLst>
              <a:ext uri="{FF2B5EF4-FFF2-40B4-BE49-F238E27FC236}">
                <a16:creationId xmlns:a16="http://schemas.microsoft.com/office/drawing/2014/main" id="{CA60B1F8-3BF2-F24B-E55D-C8D32379E144}"/>
              </a:ext>
            </a:extLst>
          </p:cNvPr>
          <p:cNvSpPr txBox="1">
            <a:spLocks noChangeArrowheads="1"/>
          </p:cNvSpPr>
          <p:nvPr/>
        </p:nvSpPr>
        <p:spPr bwMode="auto">
          <a:xfrm>
            <a:off x="1096963" y="1909763"/>
            <a:ext cx="10058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Roles and Responsibilities:</a:t>
            </a:r>
          </a:p>
          <a:p>
            <a:pPr algn="just"/>
            <a:r>
              <a:rPr lang="en-US" altLang="en-US" sz="2400">
                <a:latin typeface="Times New Roman" panose="02020603050405020304" pitchFamily="18" charset="0"/>
                <a:cs typeface="Times New Roman" panose="02020603050405020304" pitchFamily="18" charset="0"/>
              </a:rPr>
              <a:t>Each module contributes to an accurate, unbiased, and efficient resume screening process. For instance:</a:t>
            </a:r>
          </a:p>
          <a:p>
            <a:pPr lvl="1" algn="just">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Resume Parser</a:t>
            </a:r>
            <a:r>
              <a:rPr lang="en-US" altLang="en-US" sz="2400">
                <a:latin typeface="Times New Roman" panose="02020603050405020304" pitchFamily="18" charset="0"/>
                <a:cs typeface="Times New Roman" panose="02020603050405020304" pitchFamily="18" charset="0"/>
              </a:rPr>
              <a:t> handles all unstructured data input,</a:t>
            </a:r>
          </a:p>
          <a:p>
            <a:pPr lvl="1" algn="just">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Ranking Engine</a:t>
            </a:r>
            <a:r>
              <a:rPr lang="en-US" altLang="en-US" sz="2400">
                <a:latin typeface="Times New Roman" panose="02020603050405020304" pitchFamily="18" charset="0"/>
                <a:cs typeface="Times New Roman" panose="02020603050405020304" pitchFamily="18" charset="0"/>
              </a:rPr>
              <a:t> ensures high-quality matching,</a:t>
            </a:r>
          </a:p>
          <a:p>
            <a:pPr lvl="1" algn="just">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Bias Checker</a:t>
            </a:r>
            <a:r>
              <a:rPr lang="en-US" altLang="en-US" sz="2400">
                <a:latin typeface="Times New Roman" panose="02020603050405020304" pitchFamily="18" charset="0"/>
                <a:cs typeface="Times New Roman" panose="02020603050405020304" pitchFamily="18" charset="0"/>
              </a:rPr>
              <a:t> supports diversity and inclusion.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AE8BD-BDBB-0BDC-5E79-55E95F208C60}"/>
              </a:ext>
            </a:extLst>
          </p:cNvPr>
          <p:cNvSpPr>
            <a:spLocks noGrp="1"/>
          </p:cNvSpPr>
          <p:nvPr>
            <p:ph type="title"/>
          </p:nvPr>
        </p:nvSpPr>
        <p:spPr/>
        <p:txBody>
          <a:bodyPr/>
          <a:lstStyle/>
          <a:p>
            <a:pPr>
              <a:defRPr/>
            </a:pPr>
            <a:r>
              <a:rPr lang="en-US" sz="4000" dirty="0">
                <a:latin typeface="Times New Roman" panose="02020603050405020304" pitchFamily="18" charset="0"/>
                <a:cs typeface="Times New Roman" panose="02020603050405020304" pitchFamily="18" charset="0"/>
              </a:rPr>
              <a:t>Conclusion</a:t>
            </a:r>
          </a:p>
        </p:txBody>
      </p:sp>
      <p:sp>
        <p:nvSpPr>
          <p:cNvPr id="3" name="Date Placeholder 2">
            <a:extLst>
              <a:ext uri="{FF2B5EF4-FFF2-40B4-BE49-F238E27FC236}">
                <a16:creationId xmlns:a16="http://schemas.microsoft.com/office/drawing/2014/main" id="{5ED03F6D-E75E-247E-60CA-D29628BFF049}"/>
              </a:ext>
            </a:extLst>
          </p:cNvPr>
          <p:cNvSpPr>
            <a:spLocks noGrp="1"/>
          </p:cNvSpPr>
          <p:nvPr>
            <p:ph type="dt" sz="quarter" idx="10"/>
          </p:nvPr>
        </p:nvSpPr>
        <p:spPr/>
        <p:txBody>
          <a:bodyPr/>
          <a:lstStyle/>
          <a:p>
            <a:pPr>
              <a:defRPr/>
            </a:pPr>
            <a:fld id="{5FBC3899-8665-49B1-ABF8-85345004B5C8}" type="datetime9">
              <a:rPr lang="en-US" smtClean="0"/>
              <a:pPr>
                <a:defRPr/>
              </a:pPr>
              <a:t>11/13/2024 9:27:23 AM</a:t>
            </a:fld>
            <a:endParaRPr lang="en-US"/>
          </a:p>
        </p:txBody>
      </p:sp>
      <p:sp>
        <p:nvSpPr>
          <p:cNvPr id="4" name="Footer Placeholder 3">
            <a:extLst>
              <a:ext uri="{FF2B5EF4-FFF2-40B4-BE49-F238E27FC236}">
                <a16:creationId xmlns:a16="http://schemas.microsoft.com/office/drawing/2014/main" id="{321E0EC9-7E7B-8065-8964-8F5F539948DD}"/>
              </a:ext>
            </a:extLst>
          </p:cNvPr>
          <p:cNvSpPr>
            <a:spLocks noGrp="1"/>
          </p:cNvSpPr>
          <p:nvPr>
            <p:ph type="ftr" sz="quarter" idx="11"/>
          </p:nvPr>
        </p:nvSpPr>
        <p:spPr/>
        <p:txBody>
          <a:bodyPr/>
          <a:lstStyle/>
          <a:p>
            <a:pPr>
              <a:defRPr/>
            </a:pPr>
            <a:r>
              <a:rPr lang="en-US" dirty="0"/>
              <a:t>&lt;AI driven resume screening system&gt;</a:t>
            </a:r>
          </a:p>
        </p:txBody>
      </p:sp>
      <p:sp>
        <p:nvSpPr>
          <p:cNvPr id="26629" name="Slide Number Placeholder 4">
            <a:extLst>
              <a:ext uri="{FF2B5EF4-FFF2-40B4-BE49-F238E27FC236}">
                <a16:creationId xmlns:a16="http://schemas.microsoft.com/office/drawing/2014/main" id="{64ABF83B-1308-B864-B90B-7E306A244B0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A2C8083-F25D-488A-862F-DFAEAA7F5EB7}" type="slidenum">
              <a:rPr lang="en-US" altLang="en-US">
                <a:solidFill>
                  <a:srgbClr val="FFFFFF"/>
                </a:solidFill>
                <a:latin typeface="Calibri" panose="020F0502020204030204" pitchFamily="34" charset="0"/>
              </a:rPr>
              <a:pPr/>
              <a:t>15</a:t>
            </a:fld>
            <a:endParaRPr lang="en-US" altLang="en-US">
              <a:solidFill>
                <a:srgbClr val="FFFFFF"/>
              </a:solidFill>
              <a:latin typeface="Calibri" panose="020F0502020204030204" pitchFamily="34" charset="0"/>
            </a:endParaRPr>
          </a:p>
        </p:txBody>
      </p:sp>
      <p:sp>
        <p:nvSpPr>
          <p:cNvPr id="26630" name="TextBox 6">
            <a:extLst>
              <a:ext uri="{FF2B5EF4-FFF2-40B4-BE49-F238E27FC236}">
                <a16:creationId xmlns:a16="http://schemas.microsoft.com/office/drawing/2014/main" id="{739D9253-3085-569F-A217-FD1F2604048B}"/>
              </a:ext>
            </a:extLst>
          </p:cNvPr>
          <p:cNvSpPr txBox="1">
            <a:spLocks noChangeArrowheads="1"/>
          </p:cNvSpPr>
          <p:nvPr/>
        </p:nvSpPr>
        <p:spPr bwMode="auto">
          <a:xfrm>
            <a:off x="1222375" y="2136775"/>
            <a:ext cx="99329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Summary of Benefits:</a:t>
            </a:r>
            <a:br>
              <a:rPr lang="en-US" altLang="en-US" sz="2400">
                <a:latin typeface="Times New Roman" panose="02020603050405020304" pitchFamily="18" charset="0"/>
                <a:cs typeface="Times New Roman" panose="02020603050405020304" pitchFamily="18" charset="0"/>
              </a:rPr>
            </a:br>
            <a:r>
              <a:rPr lang="en-US" altLang="en-US" sz="2400">
                <a:latin typeface="Times New Roman" panose="02020603050405020304" pitchFamily="18" charset="0"/>
                <a:cs typeface="Times New Roman" panose="02020603050405020304" pitchFamily="18" charset="0"/>
              </a:rPr>
              <a:t>The AI-Powered Resume Screening System reduces time-to-hire, supports fair hiring practices, and ensures higher-quality candidate recommendations.</a:t>
            </a:r>
          </a:p>
          <a:p>
            <a:endParaRPr lang="en-US" altLang="en-US" sz="24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Future Enhancements:</a:t>
            </a:r>
            <a:br>
              <a:rPr lang="en-US" altLang="en-US" sz="2400">
                <a:latin typeface="Times New Roman" panose="02020603050405020304" pitchFamily="18" charset="0"/>
                <a:cs typeface="Times New Roman" panose="02020603050405020304" pitchFamily="18" charset="0"/>
              </a:rPr>
            </a:br>
            <a:r>
              <a:rPr lang="en-US" altLang="en-US" sz="2400">
                <a:latin typeface="Times New Roman" panose="02020603050405020304" pitchFamily="18" charset="0"/>
                <a:cs typeface="Times New Roman" panose="02020603050405020304" pitchFamily="18" charset="0"/>
              </a:rPr>
              <a:t>Potential enhancements include expanding to cover additional job sectors, integrating with applicant tracking systems (ATS), and adding predictive analytics for talent retention.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7E74F-CCAA-731F-4702-4F06D0A8D3C8}"/>
              </a:ext>
            </a:extLst>
          </p:cNvPr>
          <p:cNvSpPr>
            <a:spLocks noGrp="1"/>
          </p:cNvSpPr>
          <p:nvPr>
            <p:ph type="title"/>
          </p:nvPr>
        </p:nvSpPr>
        <p:spPr/>
        <p:txBody>
          <a:bodyPr/>
          <a:lstStyle/>
          <a:p>
            <a:pPr>
              <a:defRPr/>
            </a:pPr>
            <a:r>
              <a:rPr lang="en-US" sz="4000" dirty="0">
                <a:latin typeface="Times New Roman" panose="02020603050405020304" pitchFamily="18" charset="0"/>
                <a:cs typeface="Times New Roman" panose="02020603050405020304" pitchFamily="18" charset="0"/>
              </a:rPr>
              <a:t>References</a:t>
            </a:r>
          </a:p>
        </p:txBody>
      </p:sp>
      <p:sp>
        <p:nvSpPr>
          <p:cNvPr id="3" name="Date Placeholder 2">
            <a:extLst>
              <a:ext uri="{FF2B5EF4-FFF2-40B4-BE49-F238E27FC236}">
                <a16:creationId xmlns:a16="http://schemas.microsoft.com/office/drawing/2014/main" id="{A6C7FD51-1057-2191-6C1A-29767ED79C2D}"/>
              </a:ext>
            </a:extLst>
          </p:cNvPr>
          <p:cNvSpPr>
            <a:spLocks noGrp="1"/>
          </p:cNvSpPr>
          <p:nvPr>
            <p:ph type="dt" sz="quarter" idx="10"/>
          </p:nvPr>
        </p:nvSpPr>
        <p:spPr/>
        <p:txBody>
          <a:bodyPr/>
          <a:lstStyle/>
          <a:p>
            <a:pPr>
              <a:defRPr/>
            </a:pPr>
            <a:fld id="{5FBC3899-8665-49B1-ABF8-85345004B5C8}" type="datetime9">
              <a:rPr lang="en-US" smtClean="0"/>
              <a:pPr>
                <a:defRPr/>
              </a:pPr>
              <a:t>11/13/2024 9:27:23 AM</a:t>
            </a:fld>
            <a:endParaRPr lang="en-US"/>
          </a:p>
        </p:txBody>
      </p:sp>
      <p:sp>
        <p:nvSpPr>
          <p:cNvPr id="4" name="Footer Placeholder 3">
            <a:extLst>
              <a:ext uri="{FF2B5EF4-FFF2-40B4-BE49-F238E27FC236}">
                <a16:creationId xmlns:a16="http://schemas.microsoft.com/office/drawing/2014/main" id="{B85DD697-3EA5-0246-F3CB-FD5716F323AB}"/>
              </a:ext>
            </a:extLst>
          </p:cNvPr>
          <p:cNvSpPr>
            <a:spLocks noGrp="1"/>
          </p:cNvSpPr>
          <p:nvPr>
            <p:ph type="ftr" sz="quarter" idx="11"/>
          </p:nvPr>
        </p:nvSpPr>
        <p:spPr/>
        <p:txBody>
          <a:bodyPr/>
          <a:lstStyle/>
          <a:p>
            <a:pPr>
              <a:defRPr/>
            </a:pPr>
            <a:r>
              <a:rPr lang="en-US" dirty="0"/>
              <a:t>&lt;AI driven resume screening system&gt;</a:t>
            </a:r>
          </a:p>
        </p:txBody>
      </p:sp>
      <p:sp>
        <p:nvSpPr>
          <p:cNvPr id="27653" name="Slide Number Placeholder 4">
            <a:extLst>
              <a:ext uri="{FF2B5EF4-FFF2-40B4-BE49-F238E27FC236}">
                <a16:creationId xmlns:a16="http://schemas.microsoft.com/office/drawing/2014/main" id="{CABD0A35-4887-64F8-68E7-BFE222445C5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75FDE4D-A3C5-4F50-A6C5-B5E589E13C56}" type="slidenum">
              <a:rPr lang="en-US" altLang="en-US">
                <a:solidFill>
                  <a:srgbClr val="FFFFFF"/>
                </a:solidFill>
                <a:latin typeface="Calibri" panose="020F0502020204030204" pitchFamily="34" charset="0"/>
              </a:rPr>
              <a:pPr/>
              <a:t>16</a:t>
            </a:fld>
            <a:endParaRPr lang="en-US" altLang="en-US">
              <a:solidFill>
                <a:srgbClr val="FFFFFF"/>
              </a:solidFill>
              <a:latin typeface="Calibri" panose="020F0502020204030204" pitchFamily="34" charset="0"/>
            </a:endParaRPr>
          </a:p>
        </p:txBody>
      </p:sp>
      <p:sp>
        <p:nvSpPr>
          <p:cNvPr id="27654" name="Rectangle 1">
            <a:extLst>
              <a:ext uri="{FF2B5EF4-FFF2-40B4-BE49-F238E27FC236}">
                <a16:creationId xmlns:a16="http://schemas.microsoft.com/office/drawing/2014/main" id="{E911A446-A64A-D2AF-45A1-6BEB5DA619D5}"/>
              </a:ext>
            </a:extLst>
          </p:cNvPr>
          <p:cNvSpPr>
            <a:spLocks noChangeArrowheads="1"/>
          </p:cNvSpPr>
          <p:nvPr/>
        </p:nvSpPr>
        <p:spPr bwMode="auto">
          <a:xfrm>
            <a:off x="1154113" y="2020888"/>
            <a:ext cx="10058400" cy="415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n-US" altLang="en-US" sz="2400" b="1">
                <a:latin typeface="Times New Roman" panose="02020603050405020304" pitchFamily="18" charset="0"/>
                <a:cs typeface="Times New Roman" panose="02020603050405020304" pitchFamily="18" charset="0"/>
              </a:rPr>
              <a:t>Research Papers and Articles:</a:t>
            </a:r>
            <a:endParaRPr lang="en-US" altLang="en-US" sz="2400">
              <a:latin typeface="Times New Roman" panose="02020603050405020304" pitchFamily="18" charset="0"/>
              <a:cs typeface="Times New Roman" panose="02020603050405020304" pitchFamily="18" charset="0"/>
            </a:endParaRPr>
          </a:p>
          <a:p>
            <a:pPr algn="just">
              <a:buFontTx/>
              <a:buChar char="•"/>
            </a:pPr>
            <a:r>
              <a:rPr lang="en-US" altLang="en-US" sz="2400">
                <a:latin typeface="Times New Roman" panose="02020603050405020304" pitchFamily="18" charset="0"/>
                <a:cs typeface="Times New Roman" panose="02020603050405020304" pitchFamily="18" charset="0"/>
              </a:rPr>
              <a:t>Studies on NLP applications in recruitment and talent management.</a:t>
            </a:r>
          </a:p>
          <a:p>
            <a:pPr algn="just">
              <a:buFontTx/>
              <a:buChar char="•"/>
            </a:pPr>
            <a:r>
              <a:rPr lang="en-US" altLang="en-US" sz="2400">
                <a:latin typeface="Times New Roman" panose="02020603050405020304" pitchFamily="18" charset="0"/>
                <a:cs typeface="Times New Roman" panose="02020603050405020304" pitchFamily="18" charset="0"/>
              </a:rPr>
              <a:t>Research on resume parsing and structured data extraction in recruitment.</a:t>
            </a:r>
          </a:p>
          <a:p>
            <a:pPr algn="just"/>
            <a:endParaRPr lang="en-US" altLang="en-US" sz="2400">
              <a:latin typeface="Times New Roman" panose="02020603050405020304" pitchFamily="18" charset="0"/>
              <a:cs typeface="Times New Roman" panose="02020603050405020304" pitchFamily="18" charset="0"/>
            </a:endParaRPr>
          </a:p>
          <a:p>
            <a:pPr algn="just"/>
            <a:r>
              <a:rPr lang="en-US" altLang="en-US" sz="2400" b="1">
                <a:latin typeface="Times New Roman" panose="02020603050405020304" pitchFamily="18" charset="0"/>
                <a:cs typeface="Times New Roman" panose="02020603050405020304" pitchFamily="18" charset="0"/>
              </a:rPr>
              <a:t>Technology Documentation:</a:t>
            </a:r>
            <a:endParaRPr lang="en-US" altLang="en-US" sz="2400">
              <a:latin typeface="Times New Roman" panose="02020603050405020304" pitchFamily="18" charset="0"/>
              <a:cs typeface="Times New Roman" panose="02020603050405020304" pitchFamily="18" charset="0"/>
            </a:endParaRPr>
          </a:p>
          <a:p>
            <a:pPr algn="just">
              <a:buFontTx/>
              <a:buChar char="•"/>
            </a:pPr>
            <a:r>
              <a:rPr lang="en-US" altLang="en-US" sz="2400">
                <a:latin typeface="Times New Roman" panose="02020603050405020304" pitchFamily="18" charset="0"/>
                <a:cs typeface="Times New Roman" panose="02020603050405020304" pitchFamily="18" charset="0"/>
              </a:rPr>
              <a:t>NLP libraries (e.g., SpaCy, NLTK) and machine learning frameworks (e.g., Scikit-Learn, TensorFlow).</a:t>
            </a:r>
          </a:p>
          <a:p>
            <a:pPr algn="just">
              <a:buFontTx/>
              <a:buChar char="•"/>
            </a:pPr>
            <a:r>
              <a:rPr lang="en-US" altLang="en-US" sz="2400">
                <a:latin typeface="Times New Roman" panose="02020603050405020304" pitchFamily="18" charset="0"/>
                <a:cs typeface="Times New Roman" panose="02020603050405020304" pitchFamily="18" charset="0"/>
              </a:rPr>
              <a:t>Cloud service provider documentation for system deployment and scalability.</a:t>
            </a:r>
          </a:p>
          <a:p>
            <a:pPr algn="just">
              <a:buFontTx/>
              <a:buChar char="•"/>
            </a:pPr>
            <a:r>
              <a:rPr lang="en-US" altLang="en-US" sz="2400">
                <a:latin typeface="Times New Roman" panose="02020603050405020304" pitchFamily="18" charset="0"/>
                <a:cs typeface="Times New Roman" panose="02020603050405020304" pitchFamily="18" charset="0"/>
              </a:rPr>
              <a:t>Articles on AI-driven bias mitigation in hiring.</a:t>
            </a:r>
          </a:p>
          <a:p>
            <a:pPr algn="just"/>
            <a:endParaRPr lang="en-US" altLang="en-US" sz="2400">
              <a:latin typeface="Times New Roman" panose="02020603050405020304" pitchFamily="18" charset="0"/>
              <a:cs typeface="Times New Roman" panose="02020603050405020304" pitchFamily="18" charset="0"/>
            </a:endParaRPr>
          </a:p>
          <a:p>
            <a:pPr algn="just"/>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2601A-A79B-1392-288E-88847B2CD677}"/>
              </a:ext>
            </a:extLst>
          </p:cNvPr>
          <p:cNvSpPr>
            <a:spLocks noGrp="1"/>
          </p:cNvSpPr>
          <p:nvPr>
            <p:ph type="title"/>
          </p:nvPr>
        </p:nvSpPr>
        <p:spPr/>
        <p:txBody>
          <a:bodyPr/>
          <a:lstStyle/>
          <a:p>
            <a:pPr>
              <a:defRPr/>
            </a:pPr>
            <a:r>
              <a:rPr lang="en-US" b="1" dirty="0">
                <a:latin typeface="Times New Roman" pitchFamily="18" charset="0"/>
                <a:cs typeface="Times New Roman" pitchFamily="18" charset="0"/>
              </a:rPr>
              <a:t>Thank You</a:t>
            </a:r>
            <a:endParaRPr lang="en-US" dirty="0"/>
          </a:p>
        </p:txBody>
      </p:sp>
      <p:sp>
        <p:nvSpPr>
          <p:cNvPr id="4" name="Date Placeholder 3">
            <a:extLst>
              <a:ext uri="{FF2B5EF4-FFF2-40B4-BE49-F238E27FC236}">
                <a16:creationId xmlns:a16="http://schemas.microsoft.com/office/drawing/2014/main" id="{CED77C19-117D-74AD-81D9-99B68453D299}"/>
              </a:ext>
            </a:extLst>
          </p:cNvPr>
          <p:cNvSpPr>
            <a:spLocks noGrp="1"/>
          </p:cNvSpPr>
          <p:nvPr>
            <p:ph type="dt" sz="quarter" idx="10"/>
          </p:nvPr>
        </p:nvSpPr>
        <p:spPr/>
        <p:txBody>
          <a:bodyPr/>
          <a:lstStyle/>
          <a:p>
            <a:pPr>
              <a:defRPr/>
            </a:pPr>
            <a:fld id="{F02221C4-BCD6-4BC6-A9BD-E1D4A305A764}" type="datetime9">
              <a:rPr lang="en-US"/>
              <a:pPr>
                <a:defRPr/>
              </a:pPr>
              <a:t>11/13/2024 9:27:23 AM</a:t>
            </a:fld>
            <a:endParaRPr lang="en-US"/>
          </a:p>
        </p:txBody>
      </p:sp>
      <p:sp>
        <p:nvSpPr>
          <p:cNvPr id="5" name="Footer Placeholder 4">
            <a:extLst>
              <a:ext uri="{FF2B5EF4-FFF2-40B4-BE49-F238E27FC236}">
                <a16:creationId xmlns:a16="http://schemas.microsoft.com/office/drawing/2014/main" id="{7D1E9AD3-50F8-4F58-77F1-E84BA335CED8}"/>
              </a:ext>
            </a:extLst>
          </p:cNvPr>
          <p:cNvSpPr>
            <a:spLocks noGrp="1"/>
          </p:cNvSpPr>
          <p:nvPr>
            <p:ph type="ftr" sz="quarter" idx="11"/>
          </p:nvPr>
        </p:nvSpPr>
        <p:spPr/>
        <p:txBody>
          <a:bodyPr/>
          <a:lstStyle/>
          <a:p>
            <a:pPr>
              <a:defRPr/>
            </a:pPr>
            <a:r>
              <a:rPr lang="en-US" dirty="0"/>
              <a:t>&lt;AI driven resume screening system&gt;</a:t>
            </a:r>
          </a:p>
        </p:txBody>
      </p:sp>
      <p:sp>
        <p:nvSpPr>
          <p:cNvPr id="28677" name="Slide Number Placeholder 5">
            <a:extLst>
              <a:ext uri="{FF2B5EF4-FFF2-40B4-BE49-F238E27FC236}">
                <a16:creationId xmlns:a16="http://schemas.microsoft.com/office/drawing/2014/main" id="{9EE878A1-F06B-BCA8-F726-A693E5FEAD6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9868390-3A0F-489D-81A1-0B67B85D8AF9}" type="slidenum">
              <a:rPr lang="en-US" altLang="en-US">
                <a:solidFill>
                  <a:srgbClr val="FFFFFF"/>
                </a:solidFill>
                <a:latin typeface="Calibri" panose="020F0502020204030204" pitchFamily="34" charset="0"/>
              </a:rPr>
              <a:pPr/>
              <a:t>17</a:t>
            </a:fld>
            <a:endParaRPr lang="en-US" altLang="en-US">
              <a:solidFill>
                <a:srgbClr val="FFFFFF"/>
              </a:solidFill>
              <a:latin typeface="Calibri" panose="020F050202020403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2808</TotalTime>
  <Words>981</Words>
  <Application>Microsoft Office PowerPoint</Application>
  <PresentationFormat>Widescreen</PresentationFormat>
  <Paragraphs>146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Cambria</vt:lpstr>
      <vt:lpstr>Times New Roman</vt:lpstr>
      <vt:lpstr>Retrospect</vt:lpstr>
      <vt:lpstr> Chameli Devi Group of Institutions, Indore Department of Computer Science &amp; Engineering</vt:lpstr>
      <vt:lpstr>PowerPoint Presentation</vt:lpstr>
      <vt:lpstr>Objective &amp; Scope</vt:lpstr>
      <vt:lpstr>Proposed Solution </vt:lpstr>
      <vt:lpstr>Software Model</vt:lpstr>
      <vt:lpstr>PowerPoint Presentation</vt:lpstr>
      <vt:lpstr>Functional &amp; Non-functional Requirements</vt:lpstr>
      <vt:lpstr>Functional Requirements:</vt:lpstr>
      <vt:lpstr>Non-Functional Requirement</vt:lpstr>
      <vt:lpstr>UML Diagrams</vt:lpstr>
      <vt:lpstr>Activity Diagram</vt:lpstr>
      <vt:lpstr>Sequence Diagram</vt:lpstr>
      <vt:lpstr>Detailed Description of Components</vt:lpstr>
      <vt:lpstr>Detailed Description of Components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Homomorphic Encryption Technique Applied To Cloud Computing</dc:title>
  <dc:creator>Yash lade;JIJEESH</dc:creator>
  <cp:lastModifiedBy>Yash lade</cp:lastModifiedBy>
  <cp:revision>254</cp:revision>
  <dcterms:created xsi:type="dcterms:W3CDTF">2013-08-16T16:23:10Z</dcterms:created>
  <dcterms:modified xsi:type="dcterms:W3CDTF">2024-11-13T05:09:49Z</dcterms:modified>
</cp:coreProperties>
</file>